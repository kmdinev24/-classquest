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52" r:id="rId3"/>
  </p:sldMasterIdLst>
  <p:notesMasterIdLst>
    <p:notesMasterId r:id="rId5"/>
  </p:notesMasterIdLst>
  <p:sldIdLst>
    <p:sldId id="256" r:id="rId4"/>
    <p:sldId id="258" r:id="rId6"/>
    <p:sldId id="268" r:id="rId7"/>
    <p:sldId id="267" r:id="rId8"/>
    <p:sldId id="263" r:id="rId9"/>
    <p:sldId id="262" r:id="rId10"/>
  </p:sldIdLst>
  <p:sldSz cx="9144000" cy="5143500" type="screen16x9"/>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20"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Google Shape;3;n"/>
          <p:cNvSpPr>
            <a:spLocks noGrp="1" noEditPoints="1"/>
          </p:cNvSpPr>
          <p:nvPr>
            <p:ph type="sldImg" idx="2"/>
          </p:nvPr>
        </p:nvSpPr>
        <p:spPr>
          <a:xfrm>
            <a:off x="381300" y="685800"/>
            <a:ext cx="6096075" cy="3429000"/>
          </a:xfrm>
          <a:custGeom>
            <a:avLst/>
            <a:gdLst/>
            <a:ahLst/>
            <a:cxnLst/>
            <a:rect l="l" t="t" r="r" b="b"/>
            <a:pathLst>
              <a:path w="120000" h="120000">
                <a:moveTo>
                  <a:pt x="0" y="0"/>
                </a:moveTo>
                <a:lnTo>
                  <a:pt x="120000" y="0"/>
                </a:lnTo>
                <a:lnTo>
                  <a:pt x="120000" y="120000"/>
                </a:lnTo>
                <a:lnTo>
                  <a:pt x="0" y="120000"/>
                </a:lnTo>
                <a:lnTo>
                  <a:pt x="0" y="0"/>
                </a:lnTo>
                <a:close/>
              </a:path>
            </a:pathLst>
          </a:custGeom>
          <a:noFill/>
          <a:ln w="9525" cap="flat" cmpd="sng">
            <a:solidFill>
              <a:srgbClr val="000000"/>
            </a:solidFill>
            <a:prstDash val="solid"/>
            <a:round/>
            <a:headEnd type="none" w="sm" len="sm"/>
            <a:tailEnd type="none" w="sm" len="sm"/>
          </a:ln>
        </p:spPr>
        <p:txBody>
          <a:bodyPr/>
          <a:lstStyle/>
          <a:p/>
        </p:txBody>
      </p:sp>
      <p:sp>
        <p:nvSpPr>
          <p:cNvPr id="4" name="Google Shape;4;n"/>
          <p:cNvSpPr>
            <a:spLocks noGrp="1" noEditPoints="1"/>
          </p:cNvSpPr>
          <p:nvPr>
            <p:ph type="body" idx="1"/>
          </p:nvPr>
        </p:nvSpPr>
        <p:spPr>
          <a:xfrm>
            <a:off x="685800" y="4343400"/>
            <a:ext cx="5486400" cy="4114800"/>
          </a:xfrm>
          <a:prstGeom prst="rect">
            <a:avLst/>
          </a:prstGeom>
          <a:noFill/>
          <a:ln>
            <a:noFill/>
          </a:ln>
        </p:spPr>
        <p:txBody>
          <a:bodyPr spcFirstLastPara="1" wrap="square" lIns="91425" tIns="91425" rIns="91425" bIns="91425" anchor="t">
            <a:noAutofit/>
          </a:bodyPr>
          <a:lstStyle>
            <a:lvl1pPr marL="45720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lvl="0"/>
          </a:p>
        </p:txBody>
      </p:sp>
    </p:spTree>
  </p:cSld>
  <p:clrMap bg1="lt1" tx1="dk1" bg2="dk2" tx2="lt2" accent1="accent1" accent2="accent2" accent3="accent3" accent4="accent4" accent5="accent5" accent6="accent6" hlink="hlink" folHlink="folHlink"/>
  <p:hf sldNum="0" hdr="0" ftr="0" dt="0"/>
  <p:notesStyle>
    <a:lvl1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 name="Google Shape;124;g4dfce81f19_0_45:notes"/>
          <p:cNvSpPr>
            <a:spLocks noGrp="1" noEditPoints="1"/>
          </p:cNvSpPr>
          <p:nvPr>
            <p:ph type="sldImg" idx="2"/>
          </p:nvPr>
        </p:nvSpPr>
        <p:spPr>
          <a:xfrm>
            <a:off x="381300" y="685800"/>
            <a:ext cx="6096000" cy="3429000"/>
          </a:xfrm>
          <a:custGeom>
            <a:avLst/>
            <a:gdLst/>
            <a:ahLst/>
            <a:cxnLst/>
            <a:rect l="l" t="t" r="r" b="b"/>
            <a:pathLst>
              <a:path w="120000" h="120000">
                <a:moveTo>
                  <a:pt x="0" y="0"/>
                </a:moveTo>
                <a:lnTo>
                  <a:pt x="120000" y="0"/>
                </a:lnTo>
                <a:lnTo>
                  <a:pt x="120000" y="120000"/>
                </a:lnTo>
                <a:lnTo>
                  <a:pt x="0" y="120000"/>
                </a:lnTo>
                <a:lnTo>
                  <a:pt x="0" y="0"/>
                </a:lnTo>
                <a:close/>
              </a:path>
            </a:pathLst>
          </a:custGeom>
        </p:spPr>
        <p:txBody>
          <a:bodyPr/>
          <a:lstStyle/>
          <a:p/>
        </p:txBody>
      </p:sp>
      <p:sp>
        <p:nvSpPr>
          <p:cNvPr id="125" name="Google Shape;125;g4dfce81f19_0_45:notes"/>
          <p:cNvSpPr>
            <a:spLocks noGrp="1" noEditPoints="1"/>
          </p:cNvSpPr>
          <p:nvPr>
            <p:ph type="body" idx="1"/>
          </p:nvPr>
        </p:nvSpPr>
        <p:spPr>
          <a:xfrm>
            <a:off x="685800" y="4343400"/>
            <a:ext cx="5486400" cy="4114800"/>
          </a:xfrm>
          <a:prstGeom prst="rect">
            <a:avLst/>
          </a:prstGeom>
        </p:spPr>
        <p:txBody>
          <a:bodyPr spcFirstLastPara="1" wrap="square" lIns="91425" tIns="91425" rIns="91425" bIns="91425" anchor="t">
            <a:noAutofit/>
          </a:bodyPr>
          <a:lstStyle/>
          <a:p>
            <a:pPr mar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 name="Google Shape;141;g347ab2cd00d_0_18:notes"/>
          <p:cNvSpPr>
            <a:spLocks noGrp="1" noEditPoints="1"/>
          </p:cNvSpPr>
          <p:nvPr>
            <p:ph type="sldImg" idx="2"/>
          </p:nvPr>
        </p:nvSpPr>
        <p:spPr>
          <a:xfrm>
            <a:off x="381300" y="685800"/>
            <a:ext cx="6096000" cy="3429000"/>
          </a:xfrm>
          <a:custGeom>
            <a:avLst/>
            <a:gdLst/>
            <a:ahLst/>
            <a:cxnLst/>
            <a:rect l="l" t="t" r="r" b="b"/>
            <a:pathLst>
              <a:path w="120000" h="120000">
                <a:moveTo>
                  <a:pt x="0" y="0"/>
                </a:moveTo>
                <a:lnTo>
                  <a:pt x="120000" y="0"/>
                </a:lnTo>
                <a:lnTo>
                  <a:pt x="120000" y="120000"/>
                </a:lnTo>
                <a:lnTo>
                  <a:pt x="0" y="120000"/>
                </a:lnTo>
                <a:lnTo>
                  <a:pt x="0" y="0"/>
                </a:lnTo>
                <a:close/>
              </a:path>
            </a:pathLst>
          </a:custGeom>
        </p:spPr>
        <p:txBody>
          <a:bodyPr/>
          <a:lstStyle/>
          <a:p/>
        </p:txBody>
      </p:sp>
      <p:sp>
        <p:nvSpPr>
          <p:cNvPr id="142" name="Google Shape;142;g347ab2cd00d_0_18:notes"/>
          <p:cNvSpPr>
            <a:spLocks noGrp="1" noEditPoints="1"/>
          </p:cNvSpPr>
          <p:nvPr>
            <p:ph type="body" idx="1"/>
          </p:nvPr>
        </p:nvSpPr>
        <p:spPr>
          <a:xfrm>
            <a:off x="685800" y="4343400"/>
            <a:ext cx="5486400" cy="4114800"/>
          </a:xfrm>
          <a:prstGeom prst="rect">
            <a:avLst/>
          </a:prstGeom>
        </p:spPr>
        <p:txBody>
          <a:bodyPr spcFirstLastPara="1" wrap="square" lIns="91425" tIns="91425" rIns="91425" bIns="91425" anchor="t">
            <a:noAutofit/>
          </a:bodyPr>
          <a:lstStyle/>
          <a:p>
            <a:pPr mar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 name="Google Shape;184;g184d99d1a72_0_15:notes"/>
          <p:cNvSpPr>
            <a:spLocks noGrp="1" noEditPoints="1"/>
          </p:cNvSpPr>
          <p:nvPr>
            <p:ph type="sldImg" idx="2"/>
          </p:nvPr>
        </p:nvSpPr>
        <p:spPr>
          <a:xfrm>
            <a:off x="381300" y="685800"/>
            <a:ext cx="6096000" cy="3429000"/>
          </a:xfrm>
          <a:custGeom>
            <a:avLst/>
            <a:gdLst/>
            <a:ahLst/>
            <a:cxnLst/>
            <a:rect l="l" t="t" r="r" b="b"/>
            <a:pathLst>
              <a:path w="120000" h="120000">
                <a:moveTo>
                  <a:pt x="0" y="0"/>
                </a:moveTo>
                <a:lnTo>
                  <a:pt x="120000" y="0"/>
                </a:lnTo>
                <a:lnTo>
                  <a:pt x="120000" y="120000"/>
                </a:lnTo>
                <a:lnTo>
                  <a:pt x="0" y="120000"/>
                </a:lnTo>
                <a:lnTo>
                  <a:pt x="0" y="0"/>
                </a:lnTo>
                <a:close/>
              </a:path>
            </a:pathLst>
          </a:custGeom>
        </p:spPr>
        <p:txBody>
          <a:bodyPr/>
          <a:lstStyle/>
          <a:p/>
        </p:txBody>
      </p:sp>
      <p:sp>
        <p:nvSpPr>
          <p:cNvPr id="185" name="Google Shape;185;g184d99d1a72_0_15:notes"/>
          <p:cNvSpPr>
            <a:spLocks noGrp="1" noEditPoints="1"/>
          </p:cNvSpPr>
          <p:nvPr>
            <p:ph type="body" idx="1"/>
          </p:nvPr>
        </p:nvSpPr>
        <p:spPr>
          <a:xfrm>
            <a:off x="685800" y="4343400"/>
            <a:ext cx="5486400" cy="4114800"/>
          </a:xfrm>
          <a:prstGeom prst="rect">
            <a:avLst/>
          </a:prstGeom>
        </p:spPr>
        <p:txBody>
          <a:bodyPr spcFirstLastPara="1" wrap="square" lIns="91425" tIns="91425" rIns="91425" bIns="91425" anchor="t">
            <a:noAutofit/>
          </a:bodyPr>
          <a:lstStyle/>
          <a:p>
            <a:pPr mar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5" name="Google Shape;175;g54dda1946d_6_332:notes"/>
          <p:cNvSpPr>
            <a:spLocks noGrp="1" noEditPoints="1"/>
          </p:cNvSpPr>
          <p:nvPr>
            <p:ph type="sldImg" idx="2"/>
          </p:nvPr>
        </p:nvSpPr>
        <p:spPr>
          <a:xfrm>
            <a:off x="381300" y="685800"/>
            <a:ext cx="6096000" cy="3429000"/>
          </a:xfrm>
          <a:custGeom>
            <a:avLst/>
            <a:gdLst/>
            <a:ahLst/>
            <a:cxnLst/>
            <a:rect l="l" t="t" r="r" b="b"/>
            <a:pathLst>
              <a:path w="120000" h="120000">
                <a:moveTo>
                  <a:pt x="0" y="0"/>
                </a:moveTo>
                <a:lnTo>
                  <a:pt x="120000" y="0"/>
                </a:lnTo>
                <a:lnTo>
                  <a:pt x="120000" y="120000"/>
                </a:lnTo>
                <a:lnTo>
                  <a:pt x="0" y="120000"/>
                </a:lnTo>
                <a:lnTo>
                  <a:pt x="0" y="0"/>
                </a:lnTo>
                <a:close/>
              </a:path>
            </a:pathLst>
          </a:custGeom>
        </p:spPr>
        <p:txBody>
          <a:bodyPr/>
          <a:lstStyle/>
          <a:p/>
        </p:txBody>
      </p:sp>
      <p:sp>
        <p:nvSpPr>
          <p:cNvPr id="176" name="Google Shape;176;g54dda1946d_6_332:notes"/>
          <p:cNvSpPr>
            <a:spLocks noGrp="1" noEditPoints="1"/>
          </p:cNvSpPr>
          <p:nvPr>
            <p:ph type="body" idx="1"/>
          </p:nvPr>
        </p:nvSpPr>
        <p:spPr>
          <a:xfrm>
            <a:off x="685800" y="4343400"/>
            <a:ext cx="5486400" cy="4114800"/>
          </a:xfrm>
          <a:prstGeom prst="rect">
            <a:avLst/>
          </a:prstGeom>
        </p:spPr>
        <p:txBody>
          <a:bodyPr spcFirstLastPara="1" wrap="square" lIns="91425" tIns="91425" rIns="91425" bIns="91425" anchor="t">
            <a:noAutofit/>
          </a:bodyPr>
          <a:lstStyle/>
          <a:p>
            <a:pPr mar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cSld name="CUSTOM_2_1">
    <p:spTree>
      <p:nvGrpSpPr>
        <p:cNvPr id="1" name=""/>
        <p:cNvGrpSpPr/>
        <p:nvPr/>
      </p:nvGrpSpPr>
      <p:grpSpPr>
        <a:xfrm>
          <a:off x="0" y="0"/>
          <a:ext cx="0" cy="0"/>
          <a:chOff x="0" y="0"/>
          <a:chExt cx="0" cy="0"/>
        </a:xfrm>
      </p:grpSpPr>
      <p:sp>
        <p:nvSpPr>
          <p:cNvPr id="117" name="Google Shape;117;p26"/>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oAutofit/>
          </a:bodyPr>
          <a:lstStyle/>
          <a:p>
            <a:pPr marL="0" indent="0" algn="ctr" rtl="0">
              <a:spcBef>
                <a:spcPts val="0"/>
              </a:spcBef>
              <a:spcAft>
                <a:spcPts val="0"/>
              </a:spcAft>
              <a:buNone/>
            </a:pPr>
            <a:endParaRPr>
              <a:latin typeface="Inter"/>
              <a:ea typeface="Inter"/>
              <a:cs typeface="Inter"/>
              <a:sym typeface="Inter"/>
            </a:endParaRPr>
          </a:p>
        </p:txBody>
      </p:sp>
      <p:sp>
        <p:nvSpPr>
          <p:cNvPr id="118" name="Google Shape;118;p26"/>
          <p:cNvSpPr>
            <a:spLocks noGrp="1" noEditPoints="1"/>
          </p:cNvSpPr>
          <p:nvPr>
            <p:ph type="title"/>
          </p:nvPr>
        </p:nvSpPr>
        <p:spPr>
          <a:xfrm>
            <a:off x="713225" y="539500"/>
            <a:ext cx="77175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cSld name="CUSTOM_2_1_1">
    <p:spTree>
      <p:nvGrpSpPr>
        <p:cNvPr id="1" name=""/>
        <p:cNvGrpSpPr/>
        <p:nvPr/>
      </p:nvGrpSpPr>
      <p:grpSpPr>
        <a:xfrm>
          <a:off x="0" y="0"/>
          <a:ext cx="0" cy="0"/>
          <a:chOff x="0" y="0"/>
          <a:chExt cx="0" cy="0"/>
        </a:xfrm>
      </p:grpSpPr>
      <p:sp>
        <p:nvSpPr>
          <p:cNvPr id="120" name="Google Shape;120;p27"/>
          <p:cNvSpPr/>
          <p:nvPr/>
        </p:nvSpPr>
        <p:spPr>
          <a:xfrm>
            <a:off x="-75" y="-10275"/>
            <a:ext cx="9144000" cy="1180800"/>
          </a:xfrm>
          <a:prstGeom prst="rect">
            <a:avLst/>
          </a:prstGeom>
          <a:solidFill>
            <a:schemeClr val="accent2"/>
          </a:solidFill>
          <a:ln>
            <a:noFill/>
          </a:ln>
        </p:spPr>
        <p:txBody>
          <a:bodyPr spcFirstLastPara="1" wrap="square" lIns="91425" tIns="91425" rIns="91425" bIns="91425" anchor="ctr">
            <a:noAutofit/>
          </a:bodyPr>
          <a:lstStyle/>
          <a:p>
            <a:pPr marL="0" indent="0" algn="ctr" rtl="0">
              <a:spcBef>
                <a:spcPts val="0"/>
              </a:spcBef>
              <a:spcAft>
                <a:spcPts val="0"/>
              </a:spcAft>
              <a:buNone/>
            </a:pPr>
            <a:endParaRPr>
              <a:latin typeface="Inter"/>
              <a:ea typeface="Inter"/>
              <a:cs typeface="Inter"/>
              <a:sym typeface="Inter"/>
            </a:endParaRPr>
          </a:p>
        </p:txBody>
      </p:sp>
      <p:sp>
        <p:nvSpPr>
          <p:cNvPr id="121" name="Google Shape;121;p27"/>
          <p:cNvSpPr>
            <a:spLocks noGrp="1" noEditPoints="1"/>
          </p:cNvSpPr>
          <p:nvPr>
            <p:ph type="title"/>
          </p:nvPr>
        </p:nvSpPr>
        <p:spPr>
          <a:xfrm>
            <a:off x="728527" y="539500"/>
            <a:ext cx="33477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atin typeface="Inter"/>
                <a:ea typeface="Inter"/>
                <a:cs typeface="Inter"/>
                <a:sym typeface="Inter"/>
              </a:defRPr>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p:txBody>
      </p:sp>
      <p:sp>
        <p:nvSpPr>
          <p:cNvPr id="122" name="Google Shape;122;p27"/>
          <p:cNvSpPr>
            <a:spLocks noGrp="1" noEditPoints="1"/>
          </p:cNvSpPr>
          <p:nvPr>
            <p:ph type="title" idx="2"/>
          </p:nvPr>
        </p:nvSpPr>
        <p:spPr>
          <a:xfrm>
            <a:off x="4977550" y="539500"/>
            <a:ext cx="3458400" cy="482400"/>
          </a:xfrm>
          <a:prstGeom prst="rect">
            <a:avLst/>
          </a:prstGeom>
        </p:spPr>
        <p:txBody>
          <a:bodyPr spcFirstLastPara="1" wrap="square" lIns="91425" tIns="91425" rIns="91425" bIns="91425" anchor="t">
            <a:noAutofit/>
          </a:bodyPr>
          <a:lstStyle>
            <a:lvl1pPr algn="l">
              <a:spcBef>
                <a:spcPts val="0"/>
              </a:spcBef>
              <a:spcAft>
                <a:spcPts val="0"/>
              </a:spcAft>
              <a:buSzPts val="2400"/>
              <a:buFont typeface="Inter"/>
              <a:buNone/>
              <a:defRPr sz="2200" b="1">
                <a:latin typeface="Inter"/>
                <a:ea typeface="Inter"/>
                <a:cs typeface="Inter"/>
                <a:sym typeface="Inter"/>
              </a:defRPr>
            </a:lvl1pPr>
            <a:lvl2pPr lvl="1" algn="ctr">
              <a:spcBef>
                <a:spcPts val="0"/>
              </a:spcBef>
              <a:spcAft>
                <a:spcPts val="0"/>
              </a:spcAft>
              <a:buSzPts val="2400"/>
              <a:buFont typeface="Inter"/>
              <a:buNone/>
              <a:defRPr sz="2400" b="1">
                <a:latin typeface="Inter"/>
                <a:ea typeface="Inter"/>
                <a:cs typeface="Inter"/>
                <a:sym typeface="Inter"/>
              </a:defRPr>
            </a:lvl2pPr>
            <a:lvl3pPr lvl="2" algn="ctr">
              <a:spcBef>
                <a:spcPts val="0"/>
              </a:spcBef>
              <a:spcAft>
                <a:spcPts val="0"/>
              </a:spcAft>
              <a:buSzPts val="2400"/>
              <a:buFont typeface="Inter"/>
              <a:buNone/>
              <a:defRPr sz="2400" b="1">
                <a:latin typeface="Inter"/>
                <a:ea typeface="Inter"/>
                <a:cs typeface="Inter"/>
                <a:sym typeface="Inter"/>
              </a:defRPr>
            </a:lvl3pPr>
            <a:lvl4pPr lvl="3" algn="ctr">
              <a:spcBef>
                <a:spcPts val="0"/>
              </a:spcBef>
              <a:spcAft>
                <a:spcPts val="0"/>
              </a:spcAft>
              <a:buSzPts val="2400"/>
              <a:buFont typeface="Inter"/>
              <a:buNone/>
              <a:defRPr sz="2400" b="1">
                <a:latin typeface="Inter"/>
                <a:ea typeface="Inter"/>
                <a:cs typeface="Inter"/>
                <a:sym typeface="Inter"/>
              </a:defRPr>
            </a:lvl4pPr>
            <a:lvl5pPr lvl="4" algn="ctr">
              <a:spcBef>
                <a:spcPts val="0"/>
              </a:spcBef>
              <a:spcAft>
                <a:spcPts val="0"/>
              </a:spcAft>
              <a:buSzPts val="2400"/>
              <a:buFont typeface="Inter"/>
              <a:buNone/>
              <a:defRPr sz="2400" b="1">
                <a:latin typeface="Inter"/>
                <a:ea typeface="Inter"/>
                <a:cs typeface="Inter"/>
                <a:sym typeface="Inter"/>
              </a:defRPr>
            </a:lvl5pPr>
            <a:lvl6pPr lvl="5" algn="ctr">
              <a:spcBef>
                <a:spcPts val="0"/>
              </a:spcBef>
              <a:spcAft>
                <a:spcPts val="0"/>
              </a:spcAft>
              <a:buSzPts val="2400"/>
              <a:buFont typeface="Inter"/>
              <a:buNone/>
              <a:defRPr sz="2400" b="1">
                <a:latin typeface="Inter"/>
                <a:ea typeface="Inter"/>
                <a:cs typeface="Inter"/>
                <a:sym typeface="Inter"/>
              </a:defRPr>
            </a:lvl6pPr>
            <a:lvl7pPr lvl="6" algn="ctr">
              <a:spcBef>
                <a:spcPts val="0"/>
              </a:spcBef>
              <a:spcAft>
                <a:spcPts val="0"/>
              </a:spcAft>
              <a:buSzPts val="2400"/>
              <a:buFont typeface="Inter"/>
              <a:buNone/>
              <a:defRPr sz="2400" b="1">
                <a:latin typeface="Inter"/>
                <a:ea typeface="Inter"/>
                <a:cs typeface="Inter"/>
                <a:sym typeface="Inter"/>
              </a:defRPr>
            </a:lvl7pPr>
            <a:lvl8pPr lvl="7" algn="ctr">
              <a:spcBef>
                <a:spcPts val="0"/>
              </a:spcBef>
              <a:spcAft>
                <a:spcPts val="0"/>
              </a:spcAft>
              <a:buSzPts val="2400"/>
              <a:buFont typeface="Inter"/>
              <a:buNone/>
              <a:defRPr sz="2400" b="1">
                <a:latin typeface="Inter"/>
                <a:ea typeface="Inter"/>
                <a:cs typeface="Inter"/>
                <a:sym typeface="Inter"/>
              </a:defRPr>
            </a:lvl8pPr>
            <a:lvl9pPr lvl="8" algn="ctr">
              <a:spcBef>
                <a:spcPts val="0"/>
              </a:spcBef>
              <a:spcAft>
                <a:spcPts val="0"/>
              </a:spcAft>
              <a:buSzPts val="2400"/>
              <a:buFont typeface="Inter"/>
              <a:buNone/>
              <a:defRPr sz="2400" b="1">
                <a:latin typeface="Inter"/>
                <a:ea typeface="Inter"/>
                <a:cs typeface="Inter"/>
                <a:sym typeface="Inter"/>
              </a:defRPr>
            </a:lvl9pPr>
          </a:lstStyle>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9156700" cy="5143500"/>
          </a:xfrm>
          <a:prstGeom prst="rect">
            <a:avLst/>
          </a:prstGeom>
          <a:noFill/>
          <a:ln w="9525">
            <a:noFill/>
          </a:ln>
        </p:spPr>
      </p:pic>
      <p:sp>
        <p:nvSpPr>
          <p:cNvPr id="2051" name="Rectangle 3"/>
          <p:cNvSpPr>
            <a:spLocks noGrp="1" noChangeArrowheads="1"/>
          </p:cNvSpPr>
          <p:nvPr>
            <p:ph type="ctrTitle"/>
          </p:nvPr>
        </p:nvSpPr>
        <p:spPr>
          <a:xfrm>
            <a:off x="468313" y="897731"/>
            <a:ext cx="8207375" cy="812006"/>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469900" y="1816894"/>
            <a:ext cx="8212138" cy="131445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457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 name="Rectangle 6"/>
          <p:cNvSpPr>
            <a:spLocks noGrp="1" noChangeArrowheads="1"/>
          </p:cNvSpPr>
          <p:nvPr>
            <p:ph type="ftr" sz="quarter" idx="3"/>
          </p:nvPr>
        </p:nvSpPr>
        <p:spPr bwMode="auto">
          <a:xfrm>
            <a:off x="3124200" y="4683919"/>
            <a:ext cx="2895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1" name="Rectangle 7"/>
          <p:cNvSpPr>
            <a:spLocks noGrp="1" noChangeArrowheads="1"/>
          </p:cNvSpPr>
          <p:nvPr>
            <p:ph type="sldNum" sz="quarter" idx="4"/>
          </p:nvPr>
        </p:nvSpPr>
        <p:spPr bwMode="auto">
          <a:xfrm>
            <a:off x="6553200" y="4683919"/>
            <a:ext cx="2133600" cy="3571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6FDEA9-29B0-4000-9A8A-EA5137E778F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7"/>
            <a:ext cx="7886700" cy="1125140"/>
          </a:xfrm>
        </p:spPr>
        <p:txBody>
          <a:bodyPr/>
          <a:lstStyle>
            <a:lvl1pPr marL="0" indent="0">
              <a:buNone/>
              <a:defRPr sz="1800"/>
            </a:lvl1pPr>
            <a:lvl2pPr marL="342900" indent="0">
              <a:buNone/>
              <a:defRPr sz="1500"/>
            </a:lvl2pPr>
            <a:lvl3pPr marL="685800" indent="0">
              <a:buNone/>
              <a:defRPr sz="135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881063"/>
            <a:ext cx="4038600" cy="3714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881063"/>
            <a:ext cx="4038600" cy="371475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260872"/>
            <a:ext cx="3868737"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30238" y="1878806"/>
            <a:ext cx="3868737"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260872"/>
            <a:ext cx="3887788"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1878806"/>
            <a:ext cx="3887788" cy="276344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788"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342900"/>
            <a:ext cx="2949575"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788" y="740569"/>
            <a:ext cx="4629150" cy="3655219"/>
          </a:xfrm>
        </p:spPr>
        <p:txBody>
          <a:bodyPr vert="horz" wrap="square" lIns="91440" tIns="45720" rIns="91440" bIns="45720" numCol="1" anchor="t" anchorCtr="0" compatLnSpc="1"/>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1543050"/>
            <a:ext cx="2949575"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2875"/>
            <a:ext cx="2057400" cy="44529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2875"/>
            <a:ext cx="6019800" cy="44529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DE934FF-F4E1-47C5-9CA5-30A81DDE2BE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3561BA9-CDCF-4958-B8AB-66F3BF063E13}" type="slidenum">
              <a:rPr lang="en-US" smtClean="0"/>
            </a:fld>
            <a:endParaRPr lang="en-US"/>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slideLayout" Target="../slideLayouts/slideLayout11.xml"/><Relationship Id="rId7" Type="http://schemas.openxmlformats.org/officeDocument/2006/relationships/slideLayout" Target="../slideLayouts/slideLayout10.xml"/><Relationship Id="rId6" Type="http://schemas.openxmlformats.org/officeDocument/2006/relationships/slideLayout" Target="../slideLayouts/slideLayout9.xml"/><Relationship Id="rId5" Type="http://schemas.openxmlformats.org/officeDocument/2006/relationships/slideLayout" Target="../slideLayouts/slideLayout8.xml"/><Relationship Id="rId4" Type="http://schemas.openxmlformats.org/officeDocument/2006/relationships/slideLayout" Target="../slideLayouts/slideLayout7.xml"/><Relationship Id="rId3" Type="http://schemas.openxmlformats.org/officeDocument/2006/relationships/slideLayout" Target="../slideLayouts/slideLayout6.xml"/><Relationship Id="rId2" Type="http://schemas.openxmlformats.org/officeDocument/2006/relationships/slideLayout" Target="../slideLayouts/slideLayout5.xml"/><Relationship Id="rId18" Type="http://schemas.openxmlformats.org/officeDocument/2006/relationships/theme" Target="../theme/theme2.xml"/><Relationship Id="rId17" Type="http://schemas.openxmlformats.org/officeDocument/2006/relationships/image" Target="../media/image2.jpeg"/><Relationship Id="rId16" Type="http://schemas.openxmlformats.org/officeDocument/2006/relationships/slideLayout" Target="../slideLayouts/slideLayout19.xml"/><Relationship Id="rId15" Type="http://schemas.openxmlformats.org/officeDocument/2006/relationships/slideLayout" Target="../slideLayouts/slideLayout18.xml"/><Relationship Id="rId14" Type="http://schemas.openxmlformats.org/officeDocument/2006/relationships/slideLayout" Target="../slideLayouts/slideLayout17.xml"/><Relationship Id="rId13" Type="http://schemas.openxmlformats.org/officeDocument/2006/relationships/slideLayout" Target="../slideLayouts/slideLayout16.xml"/><Relationship Id="rId12" Type="http://schemas.openxmlformats.org/officeDocument/2006/relationships/slideLayout" Target="../slideLayouts/slideLayout15.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
        <p:cNvGrpSpPr/>
        <p:nvPr/>
      </p:nvGrpSpPr>
      <p:grpSpPr>
        <a:xfrm>
          <a:off x="0" y="0"/>
          <a:ext cx="0" cy="0"/>
          <a:chOff x="0" y="0"/>
          <a:chExt cx="0" cy="0"/>
        </a:xfrm>
      </p:grpSpPr>
      <p:sp>
        <p:nvSpPr>
          <p:cNvPr id="113" name="Google Shape;113;p24"/>
          <p:cNvSpPr>
            <a:spLocks noGrp="1" noEditPoints="1"/>
          </p:cNvSpPr>
          <p:nvPr>
            <p:ph type="title"/>
          </p:nvPr>
        </p:nvSpPr>
        <p:spPr>
          <a:xfrm>
            <a:off x="713225" y="539500"/>
            <a:ext cx="7717500" cy="482400"/>
          </a:xfrm>
          <a:prstGeom prst="rect">
            <a:avLst/>
          </a:prstGeom>
          <a:noFill/>
          <a:ln>
            <a:noFill/>
          </a:ln>
        </p:spPr>
        <p:txBody>
          <a:bodyPr spcFirstLastPara="1" wrap="square" lIns="91425" tIns="91425" rIns="91425" bIns="91425" anchor="t">
            <a:noAutofit/>
          </a:bodyPr>
          <a:lstStyle>
            <a:lvl1pPr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1pPr>
            <a:lvl2pPr lvl="1"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2pPr>
            <a:lvl3pPr lvl="2"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3pPr>
            <a:lvl4pPr lvl="3"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4pPr>
            <a:lvl5pPr lvl="4"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5pPr>
            <a:lvl6pPr lvl="5"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6pPr>
            <a:lvl7pPr lvl="6"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7pPr>
            <a:lvl8pPr lvl="7"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8pPr>
            <a:lvl9pPr lvl="8" algn="ctr">
              <a:spcBef>
                <a:spcPts val="0"/>
              </a:spcBef>
              <a:spcAft>
                <a:spcPts val="0"/>
              </a:spcAft>
              <a:buClr>
                <a:schemeClr val="lt1"/>
              </a:buClr>
              <a:buSzPts val="2400"/>
              <a:buFont typeface="Inter"/>
              <a:buNone/>
              <a:defRPr sz="2400" b="1">
                <a:solidFill>
                  <a:schemeClr val="lt1"/>
                </a:solidFill>
                <a:latin typeface="Inter"/>
                <a:ea typeface="Inter"/>
                <a:cs typeface="Inter"/>
                <a:sym typeface="Inter"/>
              </a:defRPr>
            </a:lvl9pPr>
          </a:lstStyle>
          <a:p/>
        </p:txBody>
      </p:sp>
      <p:sp>
        <p:nvSpPr>
          <p:cNvPr id="114" name="Google Shape;114;p24"/>
          <p:cNvSpPr>
            <a:spLocks noGrp="1" noEditPoints="1"/>
          </p:cNvSpPr>
          <p:nvPr>
            <p:ph type="body" idx="1"/>
          </p:nvPr>
        </p:nvSpPr>
        <p:spPr>
          <a:xfrm>
            <a:off x="1068100" y="1695450"/>
            <a:ext cx="7047300" cy="2502000"/>
          </a:xfrm>
          <a:prstGeom prst="rect">
            <a:avLst/>
          </a:prstGeom>
          <a:noFill/>
          <a:ln>
            <a:noFill/>
          </a:ln>
        </p:spPr>
        <p:txBody>
          <a:bodyPr spcFirstLastPara="1" wrap="square" lIns="91425" tIns="91425" rIns="91425" bIns="91425" anchor="t">
            <a:noAutofit/>
          </a:bodyPr>
          <a:lstStyle>
            <a:lvl1pPr marL="457200"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1pPr>
            <a:lvl2pPr marL="914400" lvl="1"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2pPr>
            <a:lvl3pPr marL="1371600" lvl="2"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3pPr>
            <a:lvl4pPr marL="1828800" lvl="3"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4pPr>
            <a:lvl5pPr marL="2286000" lvl="4"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5pPr>
            <a:lvl6pPr marL="2743200" lvl="5"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6pPr>
            <a:lvl7pPr marL="3200400" lvl="6"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7pPr>
            <a:lvl8pPr marL="3657600" lvl="7"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8pPr>
            <a:lvl9pPr marL="4114800" lvl="8" indent="-298450">
              <a:lnSpc>
                <a:spcPct val="115000"/>
              </a:lnSpc>
              <a:spcBef>
                <a:spcPts val="0"/>
              </a:spcBef>
              <a:spcAft>
                <a:spcPts val="0"/>
              </a:spcAft>
              <a:buClr>
                <a:schemeClr val="lt1"/>
              </a:buClr>
              <a:buSzPts val="1100"/>
              <a:buFont typeface="Inter"/>
              <a:buChar char="■"/>
              <a:defRPr sz="1100">
                <a:solidFill>
                  <a:schemeClr val="lt1"/>
                </a:solidFill>
                <a:latin typeface="Inter"/>
                <a:ea typeface="Inter"/>
                <a:cs typeface="Inter"/>
                <a:sym typeface="Inter"/>
              </a:defRPr>
            </a:lvl9pPr>
          </a:lstStyle>
          <a:p>
            <a:pPr lvl="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lvl1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7"/>
          <a:stretch>
            <a:fillRect/>
          </a:stretch>
        </p:blipFill>
        <p:spPr>
          <a:xfrm>
            <a:off x="0" y="0"/>
            <a:ext cx="9156700" cy="5143500"/>
          </a:xfrm>
          <a:prstGeom prst="rect">
            <a:avLst/>
          </a:prstGeom>
          <a:noFill/>
          <a:ln w="9525">
            <a:noFill/>
          </a:ln>
        </p:spPr>
      </p:pic>
      <p:sp>
        <p:nvSpPr>
          <p:cNvPr id="1027" name="Rectangle 3"/>
          <p:cNvSpPr>
            <a:spLocks noGrp="1"/>
          </p:cNvSpPr>
          <p:nvPr>
            <p:ph type="title"/>
          </p:nvPr>
        </p:nvSpPr>
        <p:spPr>
          <a:xfrm>
            <a:off x="457200" y="142875"/>
            <a:ext cx="8229600" cy="43696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457200" y="881063"/>
            <a:ext cx="8229600" cy="371475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457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05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0" name="Rectangle 6"/>
          <p:cNvSpPr>
            <a:spLocks noGrp="1" noChangeArrowheads="1"/>
          </p:cNvSpPr>
          <p:nvPr>
            <p:ph type="ftr" sz="quarter" idx="3"/>
          </p:nvPr>
        </p:nvSpPr>
        <p:spPr bwMode="auto">
          <a:xfrm>
            <a:off x="3124200" y="4683919"/>
            <a:ext cx="2895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05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
        <p:nvSpPr>
          <p:cNvPr id="1031" name="Rectangle 7"/>
          <p:cNvSpPr>
            <a:spLocks noGrp="1" noChangeArrowheads="1"/>
          </p:cNvSpPr>
          <p:nvPr>
            <p:ph type="sldNum" sz="quarter" idx="4"/>
          </p:nvPr>
        </p:nvSpPr>
        <p:spPr bwMode="auto">
          <a:xfrm>
            <a:off x="6553200" y="4683919"/>
            <a:ext cx="2133600" cy="357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050"/>
            </a:lvl1pPr>
          </a:lstStyle>
          <a:p>
            <a:pPr marL="0" marR="0" lvl="0" indent="0" algn="r" defTabSz="914400" rtl="0" eaLnBrk="1" fontAlgn="base" latinLnBrk="0" hangingPunct="1">
              <a:lnSpc>
                <a:spcPct val="100000"/>
              </a:lnSpc>
              <a:spcBef>
                <a:spcPct val="0"/>
              </a:spcBef>
              <a:spcAft>
                <a:spcPct val="0"/>
              </a:spcAft>
              <a:buClrTx/>
              <a:buSzTx/>
              <a:buFontTx/>
              <a:buNone/>
              <a:defRPr/>
            </a:pPr>
            <a:fld id="{078FD23A-2F78-4156-BB62-C393E2F1F45C}" type="slidenum">
              <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rPr>
            </a:fld>
            <a:endParaRPr kumimoji="0" lang="en-US" altLang="zh-CN" sz="1400" b="0" i="0" u="none" strike="noStrike" kern="1200" cap="none" spc="0" normalizeH="0" baseline="0" noProof="0" smtClean="0">
              <a:ln>
                <a:noFill/>
              </a:ln>
              <a:solidFill>
                <a:schemeClr val="tx1"/>
              </a:solidFill>
              <a:effectLst/>
              <a:uLnTx/>
              <a:uFillTx/>
              <a:latin typeface="Arial" panose="020B0604020202020204" pitchFamily="34" charset="0"/>
              <a:ea typeface="SimSun"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 id="2147483657" r:id="rId5"/>
    <p:sldLayoutId id="2147483658" r:id="rId6"/>
    <p:sldLayoutId id="2147483659" r:id="rId7"/>
    <p:sldLayoutId id="2147483660" r:id="rId8"/>
    <p:sldLayoutId id="2147483661" r:id="rId9"/>
    <p:sldLayoutId id="2147483662" r:id="rId10"/>
    <p:sldLayoutId id="2147483663" r:id="rId11"/>
    <p:sldLayoutId id="2147483664" r:id="rId12"/>
    <p:sldLayoutId id="2147483665" r:id="rId13"/>
    <p:sldLayoutId id="2147483666" r:id="rId14"/>
    <p:sldLayoutId id="2147483667" r:id="rId15"/>
    <p:sldLayoutId id="2147483668" r:id="rId16"/>
  </p:sldLayoutIdLst>
  <p:hf hdr="0" ftr="0" dt="0"/>
  <p:txStyles>
    <p:title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6.xml"/><Relationship Id="rId5" Type="http://schemas.openxmlformats.org/officeDocument/2006/relationships/image" Target="../media/image8.png"/><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image" Target="../media/image16.png"/><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0" Type="http://schemas.openxmlformats.org/officeDocument/2006/relationships/notesSlide" Target="../notesSlides/notesSlide4.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8" name="Google Shape;128;p28"/>
          <p:cNvSpPr>
            <a:spLocks noGrp="1" noEditPoints="1"/>
          </p:cNvSpPr>
          <p:nvPr>
            <p:ph type="ctrTitle"/>
          </p:nvPr>
        </p:nvSpPr>
        <p:spPr>
          <a:xfrm>
            <a:off x="2921000" y="1557020"/>
            <a:ext cx="3302000" cy="907415"/>
          </a:xfrm>
          <a:prstGeom prst="rect">
            <a:avLst/>
          </a:prstGeom>
        </p:spPr>
        <p:txBody>
          <a:bodyPr spcFirstLastPara="1" wrap="square" lIns="91425" tIns="91425" rIns="91425" bIns="91425" anchor="b">
            <a:noAutofit/>
          </a:bodyPr>
          <a:lstStyle/>
          <a:p>
            <a:pPr marL="0" indent="0" algn="l" rtl="0">
              <a:spcBef>
                <a:spcPts val="0"/>
              </a:spcBef>
              <a:spcAft>
                <a:spcPts val="0"/>
              </a:spcAft>
              <a:buNone/>
            </a:pPr>
            <a:r>
              <a:rPr sz="4400" b="1">
                <a:latin typeface="+mn-lt"/>
                <a:cs typeface="+mn-lt"/>
              </a:rPr>
              <a:t>ClassQuest</a:t>
            </a:r>
            <a:endParaRPr sz="4400" b="1">
              <a:latin typeface="+mn-lt"/>
              <a:cs typeface="+mn-lt"/>
            </a:endParaRPr>
          </a:p>
        </p:txBody>
      </p:sp>
      <p:sp>
        <p:nvSpPr>
          <p:cNvPr id="129" name="Google Shape;129;p28"/>
          <p:cNvSpPr txBox="1"/>
          <p:nvPr/>
        </p:nvSpPr>
        <p:spPr>
          <a:xfrm>
            <a:off x="306325" y="4604000"/>
            <a:ext cx="1124400" cy="392400"/>
          </a:xfrm>
          <a:prstGeom prst="rect">
            <a:avLst/>
          </a:prstGeom>
          <a:noFill/>
          <a:ln>
            <a:noFill/>
          </a:ln>
        </p:spPr>
        <p:txBody>
          <a:bodyPr spcFirstLastPara="1" wrap="square" lIns="91425" tIns="91425" rIns="91425" bIns="91425" anchor="ctr">
            <a:noAutofit/>
          </a:bodyPr>
          <a:lstStyle/>
          <a:p>
            <a:pPr marL="0" indent="0" algn="l" rtl="0">
              <a:spcBef>
                <a:spcPts val="0"/>
              </a:spcBef>
              <a:spcAft>
                <a:spcPts val="0"/>
              </a:spcAft>
              <a:buNone/>
            </a:pPr>
            <a:endParaRPr sz="1000">
              <a:solidFill>
                <a:schemeClr val="dk1"/>
              </a:solidFill>
              <a:latin typeface="Syne"/>
              <a:ea typeface="Syne"/>
              <a:cs typeface="Syne"/>
              <a:sym typeface="Syne"/>
            </a:endParaRPr>
          </a:p>
        </p:txBody>
      </p:sp>
      <p:cxnSp>
        <p:nvCxnSpPr>
          <p:cNvPr id="130" name="Google Shape;130;p28"/>
          <p:cNvCxnSpPr/>
          <p:nvPr/>
        </p:nvCxnSpPr>
        <p:spPr>
          <a:xfrm>
            <a:off x="-254089" y="4800200"/>
            <a:ext cx="9930289" cy="0"/>
          </a:xfrm>
          <a:prstGeom prst="straightConnector1">
            <a:avLst/>
          </a:prstGeom>
          <a:noFill/>
          <a:ln w="9525" cap="flat" cmpd="sng">
            <a:solidFill>
              <a:schemeClr val="dk1"/>
            </a:solidFill>
            <a:prstDash val="solid"/>
            <a:round/>
            <a:headEnd type="none" w="med" len="med"/>
            <a:tailEnd type="none" w="med" len="med"/>
          </a:ln>
        </p:spPr>
      </p:cxnSp>
      <p:pic>
        <p:nvPicPr>
          <p:cNvPr id="6" name="Picture 5" descr="logo"/>
          <p:cNvPicPr>
            <a:picLocks noChangeAspect="1"/>
          </p:cNvPicPr>
          <p:nvPr/>
        </p:nvPicPr>
        <p:blipFill>
          <a:blip r:embed="rId1"/>
          <a:stretch>
            <a:fillRect/>
          </a:stretch>
        </p:blipFill>
        <p:spPr>
          <a:xfrm>
            <a:off x="3671570" y="3105785"/>
            <a:ext cx="1800225" cy="12928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Google Shape;144;p30"/>
          <p:cNvSpPr>
            <a:spLocks noGrp="1" noEditPoints="1"/>
          </p:cNvSpPr>
          <p:nvPr>
            <p:ph type="title"/>
          </p:nvPr>
        </p:nvSpPr>
        <p:spPr>
          <a:xfrm>
            <a:off x="714495" y="539500"/>
            <a:ext cx="3686400" cy="620100"/>
          </a:xfrm>
          <a:prstGeom prst="rect">
            <a:avLst/>
          </a:prstGeom>
        </p:spPr>
        <p:txBody>
          <a:bodyPr spcFirstLastPara="1" wrap="square" lIns="91425" tIns="91425" rIns="91425" bIns="91425" anchor="t">
            <a:noAutofit/>
          </a:bodyPr>
          <a:lstStyle/>
          <a:p>
            <a:pPr marL="0" indent="0" algn="l" rtl="0">
              <a:spcBef>
                <a:spcPts val="0"/>
              </a:spcBef>
              <a:spcAft>
                <a:spcPts val="0"/>
              </a:spcAft>
              <a:buNone/>
            </a:pPr>
            <a:r>
              <a:rPr lang="en-GB" b="1">
                <a:latin typeface="+mj-lt"/>
                <a:cs typeface="+mj-lt"/>
              </a:rPr>
              <a:t>Table of contents</a:t>
            </a:r>
            <a:endParaRPr lang="en-GB" b="1">
              <a:latin typeface="+mj-lt"/>
              <a:cs typeface="+mj-lt"/>
            </a:endParaRPr>
          </a:p>
          <a:p>
            <a:pPr marL="0" indent="0" algn="l" rtl="0">
              <a:spcBef>
                <a:spcPts val="0"/>
              </a:spcBef>
              <a:spcAft>
                <a:spcPts val="0"/>
              </a:spcAft>
              <a:buNone/>
            </a:pPr>
            <a:endParaRPr lang="en-GB" b="1">
              <a:latin typeface="+mj-lt"/>
              <a:cs typeface="+mj-lt"/>
            </a:endParaRPr>
          </a:p>
        </p:txBody>
      </p:sp>
      <p:sp>
        <p:nvSpPr>
          <p:cNvPr id="9" name="Google Shape;145;p30"/>
          <p:cNvSpPr>
            <a:spLocks noGrp="1" noEditPoints="1"/>
          </p:cNvSpPr>
          <p:nvPr/>
        </p:nvSpPr>
        <p:spPr>
          <a:xfrm>
            <a:off x="677567" y="1349730"/>
            <a:ext cx="1013400" cy="620100"/>
          </a:xfrm>
          <a:prstGeom prst="rect">
            <a:avLst/>
          </a:prstGeom>
          <a:noFill/>
          <a:ln w="9525">
            <a:noFill/>
          </a:ln>
        </p:spPr>
        <p:txBody>
          <a:bodyPr wrap="square" lIns="91425" tIns="91425" rIns="91425" bIns="91425" anchor="ctr" anchorCtr="0">
            <a:noAutofit/>
          </a:bodyPr>
          <a:lst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indent="0" algn="r" rtl="0">
              <a:spcBef>
                <a:spcPts val="0"/>
              </a:spcBef>
              <a:spcAft>
                <a:spcPts val="0"/>
              </a:spcAft>
              <a:buNone/>
            </a:pPr>
            <a:r>
              <a:rPr lang="en-GB" b="1">
                <a:latin typeface="+mj-lt"/>
                <a:cs typeface="+mj-lt"/>
              </a:rPr>
              <a:t>(1)</a:t>
            </a:r>
            <a:endParaRPr lang="en-GB" b="1">
              <a:latin typeface="+mj-lt"/>
              <a:cs typeface="+mj-lt"/>
            </a:endParaRPr>
          </a:p>
        </p:txBody>
      </p:sp>
      <p:sp>
        <p:nvSpPr>
          <p:cNvPr id="11" name="Google Shape;146;p30"/>
          <p:cNvSpPr>
            <a:spLocks noGrp="1" noEditPoints="1"/>
          </p:cNvSpPr>
          <p:nvPr/>
        </p:nvSpPr>
        <p:spPr>
          <a:xfrm>
            <a:off x="677567" y="2624920"/>
            <a:ext cx="1013400" cy="620100"/>
          </a:xfrm>
          <a:prstGeom prst="rect">
            <a:avLst/>
          </a:prstGeom>
          <a:noFill/>
          <a:ln w="9525">
            <a:noFill/>
          </a:ln>
        </p:spPr>
        <p:txBody>
          <a:bodyPr wrap="square" lIns="91425" tIns="91425" rIns="91425" bIns="91425" anchor="ctr" anchorCtr="0">
            <a:noAutofit/>
          </a:bodyPr>
          <a:lst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indent="0" algn="r" rtl="0">
              <a:spcBef>
                <a:spcPts val="0"/>
              </a:spcBef>
              <a:spcAft>
                <a:spcPts val="0"/>
              </a:spcAft>
              <a:buNone/>
            </a:pPr>
            <a:r>
              <a:rPr lang="en-GB" b="1">
                <a:latin typeface="+mn-lt"/>
                <a:cs typeface="+mn-lt"/>
              </a:rPr>
              <a:t>(3)</a:t>
            </a:r>
            <a:endParaRPr lang="en-GB" b="1">
              <a:latin typeface="+mn-lt"/>
              <a:cs typeface="+mn-lt"/>
            </a:endParaRPr>
          </a:p>
        </p:txBody>
      </p:sp>
      <p:sp>
        <p:nvSpPr>
          <p:cNvPr id="12" name="Google Shape;147;p30"/>
          <p:cNvSpPr>
            <a:spLocks noGrp="1" noEditPoints="1"/>
          </p:cNvSpPr>
          <p:nvPr/>
        </p:nvSpPr>
        <p:spPr>
          <a:xfrm>
            <a:off x="677567" y="1969545"/>
            <a:ext cx="1013400" cy="620100"/>
          </a:xfrm>
          <a:prstGeom prst="rect">
            <a:avLst/>
          </a:prstGeom>
          <a:noFill/>
          <a:ln w="9525">
            <a:noFill/>
          </a:ln>
        </p:spPr>
        <p:txBody>
          <a:bodyPr wrap="square" lIns="91425" tIns="91425" rIns="91425" bIns="91425" anchor="ctr" anchorCtr="0">
            <a:noAutofit/>
          </a:bodyPr>
          <a:lst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indent="0" algn="r" rtl="0">
              <a:spcBef>
                <a:spcPts val="0"/>
              </a:spcBef>
              <a:spcAft>
                <a:spcPts val="0"/>
              </a:spcAft>
              <a:buNone/>
            </a:pPr>
            <a:r>
              <a:rPr lang="en-GB" b="1">
                <a:latin typeface="+mn-lt"/>
                <a:cs typeface="+mn-lt"/>
              </a:rPr>
              <a:t>(2)</a:t>
            </a:r>
            <a:endParaRPr lang="en-GB" b="1">
              <a:latin typeface="+mn-lt"/>
              <a:cs typeface="+mn-lt"/>
            </a:endParaRPr>
          </a:p>
        </p:txBody>
      </p:sp>
      <p:sp>
        <p:nvSpPr>
          <p:cNvPr id="13" name="Google Shape;148;p30"/>
          <p:cNvSpPr>
            <a:spLocks noGrp="1" noEditPoints="1"/>
          </p:cNvSpPr>
          <p:nvPr/>
        </p:nvSpPr>
        <p:spPr>
          <a:xfrm>
            <a:off x="677567" y="3247275"/>
            <a:ext cx="1013400" cy="620100"/>
          </a:xfrm>
          <a:prstGeom prst="rect">
            <a:avLst/>
          </a:prstGeom>
          <a:noFill/>
          <a:ln w="9525">
            <a:noFill/>
          </a:ln>
        </p:spPr>
        <p:txBody>
          <a:bodyPr wrap="square" lIns="91425" tIns="91425" rIns="91425" bIns="91425" anchor="ctr" anchorCtr="0">
            <a:noAutofit/>
          </a:bodyPr>
          <a:lstStyle>
            <a:lvl1pPr algn="l" rtl="0" fontAlgn="base">
              <a:spcBef>
                <a:spcPct val="0"/>
              </a:spcBef>
              <a:spcAft>
                <a:spcPct val="0"/>
              </a:spcAft>
              <a:defRPr sz="27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a:lstStyle>
          <a:p>
            <a:pPr marL="0" indent="0" algn="r" rtl="0">
              <a:spcBef>
                <a:spcPts val="0"/>
              </a:spcBef>
              <a:spcAft>
                <a:spcPts val="0"/>
              </a:spcAft>
              <a:buNone/>
            </a:pPr>
            <a:r>
              <a:rPr lang="en-GB" b="1">
                <a:latin typeface="+mj-lt"/>
                <a:cs typeface="+mj-lt"/>
              </a:rPr>
              <a:t>(4)</a:t>
            </a:r>
            <a:endParaRPr lang="en-GB" b="1">
              <a:latin typeface="+mj-lt"/>
              <a:cs typeface="+mj-lt"/>
            </a:endParaRPr>
          </a:p>
        </p:txBody>
      </p:sp>
      <p:sp>
        <p:nvSpPr>
          <p:cNvPr id="14" name="Google Shape;149;p30"/>
          <p:cNvSpPr>
            <a:spLocks noGrp="1" noEditPoints="1"/>
          </p:cNvSpPr>
          <p:nvPr/>
        </p:nvSpPr>
        <p:spPr>
          <a:xfrm>
            <a:off x="1690720" y="1349743"/>
            <a:ext cx="2871000" cy="620100"/>
          </a:xfrm>
          <a:prstGeom prst="rect">
            <a:avLst/>
          </a:prstGeom>
          <a:noFill/>
          <a:ln w="9525">
            <a:noFill/>
          </a:ln>
        </p:spPr>
        <p:txBody>
          <a:bodyPr wrap="square" lIns="91425" tIns="91425" rIns="91425" bIns="91425" anchor="ctr">
            <a:noAutofit/>
          </a:bodyPr>
          <a:lst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rtl="0">
              <a:spcBef>
                <a:spcPts val="0"/>
              </a:spcBef>
              <a:spcAft>
                <a:spcPts val="0"/>
              </a:spcAft>
              <a:buNone/>
            </a:pPr>
            <a:r>
              <a:rPr lang="en-US" b="1">
                <a:latin typeface="+mj-lt"/>
                <a:cs typeface="+mj-lt"/>
                <a:sym typeface="+mn-ea"/>
              </a:rPr>
              <a:t>Our team</a:t>
            </a:r>
            <a:endParaRPr lang="en-US" b="1">
              <a:latin typeface="+mj-lt"/>
              <a:cs typeface="+mj-lt"/>
              <a:sym typeface="+mn-ea"/>
            </a:endParaRPr>
          </a:p>
        </p:txBody>
      </p:sp>
      <p:sp>
        <p:nvSpPr>
          <p:cNvPr id="15" name="Google Shape;150;p30"/>
          <p:cNvSpPr>
            <a:spLocks noGrp="1" noEditPoints="1"/>
          </p:cNvSpPr>
          <p:nvPr/>
        </p:nvSpPr>
        <p:spPr>
          <a:xfrm>
            <a:off x="1742790" y="1900343"/>
            <a:ext cx="2871000" cy="620100"/>
          </a:xfrm>
          <a:prstGeom prst="rect">
            <a:avLst/>
          </a:prstGeom>
          <a:noFill/>
          <a:ln w="9525">
            <a:noFill/>
          </a:ln>
        </p:spPr>
        <p:txBody>
          <a:bodyPr wrap="square" lIns="91425" tIns="91425" rIns="91425" bIns="91425" anchor="ctr">
            <a:noAutofit/>
          </a:bodyPr>
          <a:lst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rtl="0">
              <a:spcBef>
                <a:spcPts val="0"/>
              </a:spcBef>
              <a:spcAft>
                <a:spcPts val="0"/>
              </a:spcAft>
              <a:buNone/>
            </a:pPr>
            <a:r>
              <a:rPr lang="en-US" b="1">
                <a:latin typeface="+mj-lt"/>
                <a:cs typeface="+mj-lt"/>
                <a:sym typeface="+mn-ea"/>
              </a:rPr>
              <a:t>Idea</a:t>
            </a:r>
            <a:endParaRPr lang="en-US" b="1">
              <a:latin typeface="+mj-lt"/>
              <a:cs typeface="+mj-lt"/>
              <a:sym typeface="+mn-ea"/>
            </a:endParaRPr>
          </a:p>
        </p:txBody>
      </p:sp>
      <p:sp>
        <p:nvSpPr>
          <p:cNvPr id="16" name="Google Shape;151;p30"/>
          <p:cNvSpPr>
            <a:spLocks noGrp="1" noEditPoints="1"/>
          </p:cNvSpPr>
          <p:nvPr/>
        </p:nvSpPr>
        <p:spPr>
          <a:xfrm>
            <a:off x="1690720" y="2520158"/>
            <a:ext cx="2871000" cy="620100"/>
          </a:xfrm>
          <a:prstGeom prst="rect">
            <a:avLst/>
          </a:prstGeom>
          <a:noFill/>
          <a:ln w="9525">
            <a:noFill/>
          </a:ln>
        </p:spPr>
        <p:txBody>
          <a:bodyPr wrap="square" lIns="91425" tIns="91425" rIns="91425" bIns="91425" anchor="ctr">
            <a:noAutofit/>
          </a:bodyPr>
          <a:lst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rtl="0">
              <a:spcBef>
                <a:spcPts val="0"/>
              </a:spcBef>
              <a:spcAft>
                <a:spcPts val="0"/>
              </a:spcAft>
              <a:buNone/>
            </a:pPr>
            <a:r>
              <a:rPr lang="en-US" b="1">
                <a:latin typeface="+mj-lt"/>
                <a:cs typeface="+mj-lt"/>
                <a:sym typeface="+mn-ea"/>
              </a:rPr>
              <a:t>Workflow</a:t>
            </a:r>
            <a:endParaRPr lang="en-US" b="1">
              <a:latin typeface="+mj-lt"/>
              <a:cs typeface="+mj-lt"/>
              <a:sym typeface="+mn-ea"/>
            </a:endParaRPr>
          </a:p>
        </p:txBody>
      </p:sp>
      <p:sp>
        <p:nvSpPr>
          <p:cNvPr id="17" name="Google Shape;152;p30"/>
          <p:cNvSpPr>
            <a:spLocks noGrp="1" noEditPoints="1"/>
          </p:cNvSpPr>
          <p:nvPr/>
        </p:nvSpPr>
        <p:spPr>
          <a:xfrm>
            <a:off x="1743075" y="3247390"/>
            <a:ext cx="3536315" cy="620395"/>
          </a:xfrm>
          <a:prstGeom prst="rect">
            <a:avLst/>
          </a:prstGeom>
          <a:noFill/>
          <a:ln w="9525">
            <a:noFill/>
          </a:ln>
        </p:spPr>
        <p:txBody>
          <a:bodyPr wrap="square" lIns="91425" tIns="91425" rIns="91425" bIns="91425" anchor="ctr">
            <a:noAutofit/>
          </a:bodyPr>
          <a:lstStyle>
            <a:lvl1pPr marL="257175" indent="-257175" algn="l" rtl="0" fontAlgn="base">
              <a:spcBef>
                <a:spcPct val="15000"/>
              </a:spcBef>
              <a:spcAft>
                <a:spcPct val="0"/>
              </a:spcAft>
              <a:buChar char="•"/>
              <a:defRPr sz="2400" kern="1200">
                <a:solidFill>
                  <a:schemeClr val="tx1"/>
                </a:solidFill>
                <a:latin typeface="+mn-lt"/>
                <a:ea typeface="+mn-ea"/>
                <a:cs typeface="+mn-cs"/>
              </a:defRPr>
            </a:lvl1pPr>
            <a:lvl2pPr marL="557530" indent="-213995" algn="l" rtl="0" fontAlgn="base">
              <a:spcBef>
                <a:spcPct val="15000"/>
              </a:spcBef>
              <a:spcAft>
                <a:spcPct val="0"/>
              </a:spcAft>
              <a:buChar char="–"/>
              <a:defRPr sz="2100" kern="1200">
                <a:solidFill>
                  <a:schemeClr val="tx1"/>
                </a:solidFill>
                <a:latin typeface="+mn-lt"/>
                <a:ea typeface="+mn-ea"/>
                <a:cs typeface="+mn-cs"/>
              </a:defRPr>
            </a:lvl2pPr>
            <a:lvl3pPr marL="857250" indent="-171450" algn="l" rtl="0" fontAlgn="base">
              <a:spcBef>
                <a:spcPct val="15000"/>
              </a:spcBef>
              <a:spcAft>
                <a:spcPct val="0"/>
              </a:spcAft>
              <a:buChar char="•"/>
              <a:defRPr sz="1800" kern="1200">
                <a:solidFill>
                  <a:schemeClr val="tx1"/>
                </a:solidFill>
                <a:latin typeface="+mn-lt"/>
                <a:ea typeface="+mn-ea"/>
                <a:cs typeface="+mn-cs"/>
              </a:defRPr>
            </a:lvl3pPr>
            <a:lvl4pPr marL="1200150" indent="-171450" algn="l" rtl="0" fontAlgn="base">
              <a:spcBef>
                <a:spcPct val="15000"/>
              </a:spcBef>
              <a:spcAft>
                <a:spcPct val="0"/>
              </a:spcAft>
              <a:buChar char="–"/>
              <a:defRPr sz="1500" kern="1200">
                <a:solidFill>
                  <a:schemeClr val="tx1"/>
                </a:solidFill>
                <a:latin typeface="+mn-lt"/>
                <a:ea typeface="+mn-ea"/>
                <a:cs typeface="+mn-cs"/>
              </a:defRPr>
            </a:lvl4pPr>
            <a:lvl5pPr marL="1543050" indent="-171450" algn="l" rtl="0" fontAlgn="base">
              <a:spcBef>
                <a:spcPct val="15000"/>
              </a:spcBef>
              <a:spcAft>
                <a:spcPct val="0"/>
              </a:spcAft>
              <a:buChar char="»"/>
              <a:defRPr sz="15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l" rtl="0">
              <a:spcBef>
                <a:spcPts val="0"/>
              </a:spcBef>
              <a:spcAft>
                <a:spcPts val="0"/>
              </a:spcAft>
              <a:buNone/>
            </a:pPr>
            <a:r>
              <a:rPr lang="en-US" b="1">
                <a:latin typeface="+mj-lt"/>
                <a:cs typeface="+mj-lt"/>
                <a:sym typeface="+mn-ea"/>
              </a:rPr>
              <a:t>Technologies used</a:t>
            </a:r>
            <a:endParaRPr lang="en-US" b="1">
              <a:latin typeface="+mj-lt"/>
              <a:cs typeface="+mj-lt"/>
              <a:sym typeface="+mn-ea"/>
            </a:endParaRPr>
          </a:p>
        </p:txBody>
      </p:sp>
      <p:sp>
        <p:nvSpPr>
          <p:cNvPr id="18" name="Text Box 17"/>
          <p:cNvSpPr txBox="1"/>
          <p:nvPr/>
        </p:nvSpPr>
        <p:spPr>
          <a:xfrm>
            <a:off x="1058545" y="3900170"/>
            <a:ext cx="4396740" cy="521970"/>
          </a:xfrm>
          <a:prstGeom prst="rect">
            <a:avLst/>
          </a:prstGeom>
          <a:noFill/>
        </p:spPr>
        <p:txBody>
          <a:bodyPr wrap="square" rtlCol="0" anchor="t">
            <a:spAutoFit/>
          </a:bodyPr>
          <a:p>
            <a:pPr marL="0" indent="0" algn="l" rtl="0">
              <a:spcBef>
                <a:spcPts val="0"/>
              </a:spcBef>
              <a:spcAft>
                <a:spcPts val="0"/>
              </a:spcAft>
              <a:buNone/>
            </a:pPr>
            <a:r>
              <a:rPr lang="en-US" sz="2800" b="1">
                <a:solidFill>
                  <a:schemeClr val="tx1"/>
                </a:solidFill>
                <a:latin typeface="+mj-lt"/>
                <a:cs typeface="+mj-lt"/>
                <a:sym typeface="+mn-ea"/>
              </a:rPr>
              <a:t>(5)  </a:t>
            </a:r>
            <a:r>
              <a:rPr lang="en-US" sz="2400" b="1">
                <a:solidFill>
                  <a:schemeClr val="tx1"/>
                </a:solidFill>
                <a:latin typeface="+mj-lt"/>
                <a:cs typeface="+mj-lt"/>
                <a:sym typeface="+mn-ea"/>
              </a:rPr>
              <a:t> Project</a:t>
            </a:r>
            <a:endParaRPr lang="en-US" sz="2400" b="1">
              <a:solidFill>
                <a:schemeClr val="tx1"/>
              </a:solidFill>
              <a:latin typeface="+mj-lt"/>
              <a:cs typeface="+mj-lt"/>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 Box 10"/>
          <p:cNvSpPr txBox="1"/>
          <p:nvPr/>
        </p:nvSpPr>
        <p:spPr>
          <a:xfrm>
            <a:off x="5842635" y="2571750"/>
            <a:ext cx="2240915" cy="1014730"/>
          </a:xfrm>
          <a:prstGeom prst="rect">
            <a:avLst/>
          </a:prstGeom>
          <a:noFill/>
        </p:spPr>
        <p:txBody>
          <a:bodyPr wrap="square" rtlCol="0" anchor="t">
            <a:spAutoFit/>
          </a:bodyPr>
          <a:p>
            <a:pPr marL="0" indent="0" algn="ctr" rtl="0">
              <a:spcBef>
                <a:spcPts val="0"/>
              </a:spcBef>
              <a:spcAft>
                <a:spcPts val="0"/>
              </a:spcAft>
              <a:buNone/>
            </a:pPr>
            <a:r>
              <a:rPr lang="en-US" altLang="bg-BG" sz="1600">
                <a:solidFill>
                  <a:schemeClr val="tx1"/>
                </a:solidFill>
                <a:latin typeface="Arial" panose="020B0604020202020204" pitchFamily="34" charset="0"/>
                <a:cs typeface="Arial" panose="020B0604020202020204" pitchFamily="34" charset="0"/>
                <a:sym typeface="+mn-ea"/>
              </a:rPr>
              <a:t>QUALITY ENGINEER</a:t>
            </a: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r>
              <a:rPr lang="bg-BG" altLang="bg-BG">
                <a:solidFill>
                  <a:schemeClr val="tx1"/>
                </a:solidFill>
                <a:latin typeface="Arial" panose="020B0604020202020204" pitchFamily="34" charset="0"/>
                <a:cs typeface="Arial" panose="020B0604020202020204" pitchFamily="34" charset="0"/>
                <a:sym typeface="+mn-ea"/>
              </a:rPr>
              <a:t>Симона Събева 9в</a:t>
            </a:r>
            <a:r>
              <a:rPr lang="bg-BG">
                <a:solidFill>
                  <a:schemeClr val="tx1"/>
                </a:solidFill>
                <a:latin typeface="Arial" panose="020B0604020202020204" pitchFamily="34" charset="0"/>
                <a:cs typeface="Arial" panose="020B0604020202020204" pitchFamily="34" charset="0"/>
                <a:sym typeface="+mn-ea"/>
              </a:rPr>
              <a:t> </a:t>
            </a:r>
            <a:endParaRPr lang="bg-BG">
              <a:solidFill>
                <a:schemeClr val="tx1"/>
              </a:solidFill>
              <a:latin typeface="Arial" panose="020B0604020202020204" pitchFamily="34" charset="0"/>
              <a:cs typeface="Arial" panose="020B0604020202020204" pitchFamily="34" charset="0"/>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p:txBody>
      </p:sp>
      <p:sp>
        <p:nvSpPr>
          <p:cNvPr id="13" name="Text Box 12"/>
          <p:cNvSpPr txBox="1"/>
          <p:nvPr/>
        </p:nvSpPr>
        <p:spPr>
          <a:xfrm>
            <a:off x="3146425" y="174625"/>
            <a:ext cx="3048000" cy="583565"/>
          </a:xfrm>
          <a:prstGeom prst="rect">
            <a:avLst/>
          </a:prstGeom>
          <a:noFill/>
        </p:spPr>
        <p:txBody>
          <a:bodyPr wrap="square" rtlCol="0">
            <a:spAutoFit/>
          </a:bodyPr>
          <a:p>
            <a:pPr algn="ctr"/>
            <a:r>
              <a:rPr lang="en-US" sz="3200" b="1">
                <a:solidFill>
                  <a:schemeClr val="tx1"/>
                </a:solidFill>
              </a:rPr>
              <a:t>OUR TEAM</a:t>
            </a:r>
            <a:endParaRPr lang="en-US" sz="3200" b="1">
              <a:solidFill>
                <a:schemeClr val="tx1"/>
              </a:solidFill>
            </a:endParaRPr>
          </a:p>
        </p:txBody>
      </p:sp>
      <p:sp>
        <p:nvSpPr>
          <p:cNvPr id="14" name="Text Box 13"/>
          <p:cNvSpPr txBox="1"/>
          <p:nvPr/>
        </p:nvSpPr>
        <p:spPr>
          <a:xfrm>
            <a:off x="291465" y="240665"/>
            <a:ext cx="2049145" cy="891540"/>
          </a:xfrm>
          <a:prstGeom prst="rect">
            <a:avLst/>
          </a:prstGeom>
          <a:noFill/>
        </p:spPr>
        <p:txBody>
          <a:bodyPr wrap="square" rtlCol="0" anchor="t">
            <a:spAutoFit/>
          </a:bodyPr>
          <a:p>
            <a:pPr marL="0" indent="0" algn="ctr" rtl="0">
              <a:spcBef>
                <a:spcPts val="0"/>
              </a:spcBef>
              <a:spcAft>
                <a:spcPts val="0"/>
              </a:spcAft>
              <a:buNone/>
            </a:pPr>
            <a:r>
              <a:rPr lang="en-US" altLang="bg-BG" sz="1600">
                <a:solidFill>
                  <a:schemeClr val="tx1"/>
                </a:solidFill>
                <a:latin typeface="Arial" panose="020B0604020202020204" pitchFamily="34" charset="0"/>
                <a:cs typeface="Arial" panose="020B0604020202020204" pitchFamily="34" charset="0"/>
                <a:sym typeface="+mn-ea"/>
              </a:rPr>
              <a:t>SCRUM TRAINER</a:t>
            </a: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en-US" altLang="bg-BG" sz="18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r>
              <a:rPr lang="en-US" altLang="bg-BG" sz="1800">
                <a:solidFill>
                  <a:schemeClr val="tx1"/>
                </a:solidFill>
                <a:latin typeface="Arial" panose="020B0604020202020204" pitchFamily="34" charset="0"/>
                <a:cs typeface="Arial" panose="020B0604020202020204" pitchFamily="34" charset="0"/>
                <a:sym typeface="+mn-ea"/>
              </a:rPr>
              <a:t> </a:t>
            </a:r>
            <a:r>
              <a:rPr lang="bg-BG">
                <a:solidFill>
                  <a:schemeClr val="tx1"/>
                </a:solidFill>
                <a:latin typeface="Arial" panose="020B0604020202020204" pitchFamily="34" charset="0"/>
                <a:cs typeface="Arial" panose="020B0604020202020204" pitchFamily="34" charset="0"/>
                <a:sym typeface="+mn-ea"/>
              </a:rPr>
              <a:t>Юлияна Стойкова 9в</a:t>
            </a:r>
            <a:r>
              <a:rPr lang="en-US" altLang="bg-BG">
                <a:solidFill>
                  <a:schemeClr val="tx1"/>
                </a:solidFill>
                <a:latin typeface="Arial" panose="020B0604020202020204" pitchFamily="34" charset="0"/>
                <a:cs typeface="Arial" panose="020B0604020202020204" pitchFamily="34" charset="0"/>
                <a:sym typeface="+mn-ea"/>
              </a:rPr>
              <a:t>    </a:t>
            </a:r>
            <a:endParaRPr lang="en-US" altLang="bg-BG">
              <a:solidFill>
                <a:schemeClr val="tx1"/>
              </a:solidFill>
              <a:latin typeface="Arial" panose="020B0604020202020204" pitchFamily="34" charset="0"/>
              <a:cs typeface="Arial" panose="020B0604020202020204" pitchFamily="34" charset="0"/>
              <a:sym typeface="+mn-ea"/>
            </a:endParaRPr>
          </a:p>
        </p:txBody>
      </p:sp>
      <p:sp>
        <p:nvSpPr>
          <p:cNvPr id="15" name="Text Box 14"/>
          <p:cNvSpPr txBox="1"/>
          <p:nvPr/>
        </p:nvSpPr>
        <p:spPr>
          <a:xfrm>
            <a:off x="3533775" y="1043940"/>
            <a:ext cx="2529205" cy="814705"/>
          </a:xfrm>
          <a:prstGeom prst="rect">
            <a:avLst/>
          </a:prstGeom>
          <a:noFill/>
        </p:spPr>
        <p:txBody>
          <a:bodyPr wrap="square" rtlCol="0" anchor="t">
            <a:noAutofit/>
          </a:bodyPr>
          <a:p>
            <a:pPr marL="0" indent="0" algn="ctr" rtl="0">
              <a:spcBef>
                <a:spcPts val="0"/>
              </a:spcBef>
              <a:spcAft>
                <a:spcPts val="0"/>
              </a:spcAft>
              <a:buNone/>
            </a:pPr>
            <a:r>
              <a:rPr lang="en-US" altLang="bg-BG" sz="1600">
                <a:solidFill>
                  <a:schemeClr val="tx1"/>
                </a:solidFill>
                <a:latin typeface="Arial" panose="020B0604020202020204" pitchFamily="34" charset="0"/>
                <a:cs typeface="Arial" panose="020B0604020202020204" pitchFamily="34" charset="0"/>
                <a:sym typeface="+mn-ea"/>
              </a:rPr>
              <a:t>BACKEND DEVELOPER</a:t>
            </a: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r>
              <a:rPr lang="bg-BG">
                <a:solidFill>
                  <a:schemeClr val="tx1"/>
                </a:solidFill>
                <a:latin typeface="Arial" panose="020B0604020202020204" pitchFamily="34" charset="0"/>
                <a:cs typeface="Arial" panose="020B0604020202020204" pitchFamily="34" charset="0"/>
                <a:sym typeface="+mn-ea"/>
              </a:rPr>
              <a:t>Кристиан Динев 9б</a:t>
            </a:r>
            <a:endParaRPr lang="bg-BG">
              <a:solidFill>
                <a:schemeClr val="tx1"/>
              </a:solidFill>
              <a:latin typeface="Arial" panose="020B0604020202020204" pitchFamily="34" charset="0"/>
              <a:cs typeface="Arial" panose="020B0604020202020204" pitchFamily="34" charset="0"/>
            </a:endParaRPr>
          </a:p>
          <a:p>
            <a:pPr marL="0" indent="0" algn="ctr" rtl="0">
              <a:spcBef>
                <a:spcPts val="0"/>
              </a:spcBef>
              <a:spcAft>
                <a:spcPts val="0"/>
              </a:spcAft>
              <a:buNone/>
            </a:pPr>
            <a:endParaRPr lang="en-US" altLang="bg-BG" sz="18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p:txBody>
      </p:sp>
      <p:sp>
        <p:nvSpPr>
          <p:cNvPr id="16" name="Text Box 15"/>
          <p:cNvSpPr txBox="1"/>
          <p:nvPr/>
        </p:nvSpPr>
        <p:spPr>
          <a:xfrm>
            <a:off x="6320155" y="174625"/>
            <a:ext cx="2590800" cy="983615"/>
          </a:xfrm>
          <a:prstGeom prst="rect">
            <a:avLst/>
          </a:prstGeom>
          <a:noFill/>
        </p:spPr>
        <p:txBody>
          <a:bodyPr wrap="square" rtlCol="0" anchor="t">
            <a:spAutoFit/>
          </a:bodyPr>
          <a:p>
            <a:pPr marL="0" indent="0" algn="ctr" rtl="0">
              <a:spcBef>
                <a:spcPts val="0"/>
              </a:spcBef>
              <a:spcAft>
                <a:spcPts val="0"/>
              </a:spcAft>
              <a:buNone/>
            </a:pPr>
            <a:r>
              <a:rPr lang="en-US" altLang="bg-BG" sz="1600">
                <a:solidFill>
                  <a:schemeClr val="tx1"/>
                </a:solidFill>
                <a:latin typeface="Arial" panose="020B0604020202020204" pitchFamily="34" charset="0"/>
                <a:cs typeface="Arial" panose="020B0604020202020204" pitchFamily="34" charset="0"/>
                <a:sym typeface="+mn-ea"/>
              </a:rPr>
              <a:t>BACKEND DEVELOPER</a:t>
            </a: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r>
              <a:rPr lang="bg-BG">
                <a:solidFill>
                  <a:schemeClr val="tx1"/>
                </a:solidFill>
                <a:latin typeface="Arial" panose="020B0604020202020204" pitchFamily="34" charset="0"/>
                <a:cs typeface="Arial" panose="020B0604020202020204" pitchFamily="34" charset="0"/>
                <a:sym typeface="+mn-ea"/>
              </a:rPr>
              <a:t>София Чапкина 9в</a:t>
            </a:r>
            <a:endParaRPr lang="bg-BG">
              <a:solidFill>
                <a:schemeClr val="tx1"/>
              </a:solidFill>
              <a:latin typeface="Arial" panose="020B0604020202020204" pitchFamily="34" charset="0"/>
              <a:cs typeface="Arial" panose="020B0604020202020204" pitchFamily="34" charset="0"/>
            </a:endParaRPr>
          </a:p>
          <a:p>
            <a:pPr marL="0" indent="0" algn="ctr" rtl="0">
              <a:spcBef>
                <a:spcPts val="0"/>
              </a:spcBef>
              <a:spcAft>
                <a:spcPts val="0"/>
              </a:spcAft>
              <a:buNone/>
            </a:pPr>
            <a:endParaRPr lang="en-US">
              <a:solidFill>
                <a:schemeClr val="tx1"/>
              </a:solidFill>
              <a:latin typeface="Arial" panose="020B0604020202020204" pitchFamily="34" charset="0"/>
              <a:cs typeface="Arial" panose="020B0604020202020204" pitchFamily="34" charset="0"/>
              <a:sym typeface="+mn-ea"/>
            </a:endParaRPr>
          </a:p>
        </p:txBody>
      </p:sp>
      <p:sp>
        <p:nvSpPr>
          <p:cNvPr id="18" name="Text Box 17"/>
          <p:cNvSpPr txBox="1"/>
          <p:nvPr/>
        </p:nvSpPr>
        <p:spPr>
          <a:xfrm>
            <a:off x="1199515" y="2571750"/>
            <a:ext cx="2554605" cy="1198880"/>
          </a:xfrm>
          <a:prstGeom prst="rect">
            <a:avLst/>
          </a:prstGeom>
          <a:noFill/>
        </p:spPr>
        <p:txBody>
          <a:bodyPr wrap="square" rtlCol="0" anchor="t">
            <a:spAutoFit/>
          </a:bodyPr>
          <a:p>
            <a:pPr marL="0" indent="0" algn="ctr" rtl="0">
              <a:spcBef>
                <a:spcPts val="0"/>
              </a:spcBef>
              <a:spcAft>
                <a:spcPts val="0"/>
              </a:spcAft>
              <a:buNone/>
            </a:pPr>
            <a:r>
              <a:rPr lang="en-US" altLang="bg-BG" sz="1600">
                <a:solidFill>
                  <a:schemeClr val="tx1"/>
                </a:solidFill>
                <a:latin typeface="Arial" panose="020B0604020202020204" pitchFamily="34" charset="0"/>
                <a:cs typeface="Arial" panose="020B0604020202020204" pitchFamily="34" charset="0"/>
                <a:sym typeface="+mn-ea"/>
              </a:rPr>
              <a:t>BACKEND DEVELOPER</a:t>
            </a:r>
            <a:endParaRPr lang="en-US" altLang="bg-BG" sz="1600">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r>
              <a:rPr lang="bg-BG">
                <a:solidFill>
                  <a:schemeClr val="tx1"/>
                </a:solidFill>
                <a:latin typeface="Arial" panose="020B0604020202020204" pitchFamily="34" charset="0"/>
                <a:cs typeface="Arial" panose="020B0604020202020204" pitchFamily="34" charset="0"/>
                <a:sym typeface="+mn-ea"/>
              </a:rPr>
              <a:t>Николета Георгива 9а</a:t>
            </a:r>
            <a:endParaRPr lang="bg-BG">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sym typeface="+mn-ea"/>
            </a:endParaRPr>
          </a:p>
          <a:p>
            <a:pPr marL="0" indent="0" algn="ctr" rtl="0">
              <a:spcBef>
                <a:spcPts val="0"/>
              </a:spcBef>
              <a:spcAft>
                <a:spcPts val="0"/>
              </a:spcAft>
              <a:buNone/>
            </a:pPr>
            <a:endParaRPr lang="bg-BG">
              <a:solidFill>
                <a:schemeClr val="tx1"/>
              </a:solidFill>
              <a:latin typeface="Arial" panose="020B0604020202020204" pitchFamily="34" charset="0"/>
              <a:cs typeface="Arial" panose="020B0604020202020204" pitchFamily="34" charset="0"/>
            </a:endParaRPr>
          </a:p>
        </p:txBody>
      </p:sp>
      <p:sp>
        <p:nvSpPr>
          <p:cNvPr id="19" name="Text Box 18"/>
          <p:cNvSpPr txBox="1"/>
          <p:nvPr/>
        </p:nvSpPr>
        <p:spPr>
          <a:xfrm>
            <a:off x="2286000" y="1341120"/>
            <a:ext cx="4572000" cy="306705"/>
          </a:xfrm>
          <a:prstGeom prst="rect">
            <a:avLst/>
          </a:prstGeom>
          <a:noFill/>
        </p:spPr>
        <p:txBody>
          <a:bodyPr wrap="square" rtlCol="0">
            <a:spAutoFit/>
          </a:bodyPr>
          <a:p>
            <a:pPr algn="ctr"/>
            <a:endParaRPr lang="en-US"/>
          </a:p>
        </p:txBody>
      </p:sp>
      <p:pic>
        <p:nvPicPr>
          <p:cNvPr id="23" name="Picture 22" descr="Sofia_9v"/>
          <p:cNvPicPr>
            <a:picLocks noChangeAspect="1"/>
          </p:cNvPicPr>
          <p:nvPr/>
        </p:nvPicPr>
        <p:blipFill>
          <a:blip r:embed="rId1"/>
          <a:stretch>
            <a:fillRect/>
          </a:stretch>
        </p:blipFill>
        <p:spPr>
          <a:xfrm>
            <a:off x="6858000" y="1043940"/>
            <a:ext cx="1527810" cy="1527810"/>
          </a:xfrm>
          <a:prstGeom prst="rect">
            <a:avLst/>
          </a:prstGeom>
        </p:spPr>
      </p:pic>
      <p:pic>
        <p:nvPicPr>
          <p:cNvPr id="24" name="Picture 23" descr="Nikoleta_9a"/>
          <p:cNvPicPr>
            <a:picLocks noChangeAspect="1"/>
          </p:cNvPicPr>
          <p:nvPr/>
        </p:nvPicPr>
        <p:blipFill>
          <a:blip r:embed="rId2"/>
          <a:stretch>
            <a:fillRect/>
          </a:stretch>
        </p:blipFill>
        <p:spPr>
          <a:xfrm>
            <a:off x="1913890" y="3320415"/>
            <a:ext cx="1232535" cy="1553845"/>
          </a:xfrm>
          <a:prstGeom prst="rect">
            <a:avLst/>
          </a:prstGeom>
        </p:spPr>
      </p:pic>
      <p:pic>
        <p:nvPicPr>
          <p:cNvPr id="25" name="Picture 24" descr="Kristian_9b"/>
          <p:cNvPicPr>
            <a:picLocks noChangeAspect="1"/>
          </p:cNvPicPr>
          <p:nvPr/>
        </p:nvPicPr>
        <p:blipFill>
          <a:blip r:embed="rId3"/>
          <a:stretch>
            <a:fillRect/>
          </a:stretch>
        </p:blipFill>
        <p:spPr>
          <a:xfrm>
            <a:off x="4031615" y="1856740"/>
            <a:ext cx="1533525" cy="1533525"/>
          </a:xfrm>
          <a:prstGeom prst="rect">
            <a:avLst/>
          </a:prstGeom>
        </p:spPr>
      </p:pic>
      <p:pic>
        <p:nvPicPr>
          <p:cNvPr id="26" name="Picture 25" descr="Uliana_9v"/>
          <p:cNvPicPr>
            <a:picLocks noChangeAspect="1"/>
          </p:cNvPicPr>
          <p:nvPr/>
        </p:nvPicPr>
        <p:blipFill>
          <a:blip r:embed="rId4"/>
          <a:stretch>
            <a:fillRect/>
          </a:stretch>
        </p:blipFill>
        <p:spPr>
          <a:xfrm>
            <a:off x="749300" y="1132205"/>
            <a:ext cx="1350010" cy="1350010"/>
          </a:xfrm>
          <a:prstGeom prst="rect">
            <a:avLst/>
          </a:prstGeom>
        </p:spPr>
      </p:pic>
      <p:pic>
        <p:nvPicPr>
          <p:cNvPr id="27" name="Picture 26" descr="Simona_9v"/>
          <p:cNvPicPr>
            <a:picLocks noChangeAspect="1"/>
          </p:cNvPicPr>
          <p:nvPr/>
        </p:nvPicPr>
        <p:blipFill>
          <a:blip r:embed="rId5"/>
          <a:stretch>
            <a:fillRect/>
          </a:stretch>
        </p:blipFill>
        <p:spPr>
          <a:xfrm>
            <a:off x="6114415" y="3390265"/>
            <a:ext cx="1696720" cy="15570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 name="Text Box 10"/>
          <p:cNvSpPr txBox="1"/>
          <p:nvPr/>
        </p:nvSpPr>
        <p:spPr>
          <a:xfrm>
            <a:off x="3013075" y="234950"/>
            <a:ext cx="2214245" cy="508000"/>
          </a:xfrm>
          <a:prstGeom prst="rect">
            <a:avLst/>
          </a:prstGeom>
          <a:noFill/>
        </p:spPr>
        <p:txBody>
          <a:bodyPr wrap="square" rtlCol="0" anchor="t">
            <a:noAutofit/>
          </a:bodyPr>
          <a:p>
            <a:pPr marL="0" indent="0" algn="r" rtl="0">
              <a:spcBef>
                <a:spcPts val="0"/>
              </a:spcBef>
              <a:spcAft>
                <a:spcPts val="0"/>
              </a:spcAft>
              <a:buNone/>
            </a:pPr>
            <a:r>
              <a:rPr lang="en-US" altLang="bg-BG" sz="2800" b="1">
                <a:solidFill>
                  <a:schemeClr val="tx1"/>
                </a:solidFill>
                <a:latin typeface="Arial" panose="020B0604020202020204" pitchFamily="34" charset="0"/>
                <a:cs typeface="Arial" panose="020B0604020202020204" pitchFamily="34" charset="0"/>
                <a:sym typeface="+mn-ea"/>
              </a:rPr>
              <a:t>OUR IDEA</a:t>
            </a:r>
            <a:endParaRPr lang="en-US" altLang="bg-BG" sz="2800" b="1">
              <a:solidFill>
                <a:schemeClr val="tx1"/>
              </a:solidFill>
              <a:latin typeface="Arial" panose="020B0604020202020204" pitchFamily="34" charset="0"/>
              <a:cs typeface="Arial" panose="020B0604020202020204" pitchFamily="34" charset="0"/>
              <a:sym typeface="+mn-ea"/>
            </a:endParaRPr>
          </a:p>
        </p:txBody>
      </p:sp>
      <p:sp>
        <p:nvSpPr>
          <p:cNvPr id="12" name="Text Box 11"/>
          <p:cNvSpPr txBox="1"/>
          <p:nvPr/>
        </p:nvSpPr>
        <p:spPr>
          <a:xfrm>
            <a:off x="702945" y="988060"/>
            <a:ext cx="7348855" cy="3921760"/>
          </a:xfrm>
          <a:prstGeom prst="rect">
            <a:avLst/>
          </a:prstGeom>
        </p:spPr>
        <p:txBody>
          <a:bodyPr wrap="square">
            <a:noAutofit/>
          </a:bodyPr>
          <a:p>
            <a:pPr marL="0" indent="0"/>
            <a:r>
              <a:rPr lang="en-US" altLang="en-US" sz="1600" b="1" i="0">
                <a:solidFill>
                  <a:schemeClr val="tx1"/>
                </a:solidFill>
                <a:latin typeface="Arial" panose="020B0604020202020204" pitchFamily="34" charset="0"/>
                <a:ea typeface="-apple-system"/>
                <a:cs typeface="Arial" panose="020B0604020202020204" pitchFamily="34" charset="0"/>
              </a:rPr>
              <a:t>ClassQuest is a C++ console application built to help students study science at home without the stress. It focuses on three main subjects—Chemistry, Physics, and Biology—making it easier to stay organized and get better results.</a:t>
            </a:r>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r>
              <a:rPr lang="en-US" altLang="en-US" sz="1600" b="1" i="0">
                <a:solidFill>
                  <a:schemeClr val="tx1"/>
                </a:solidFill>
                <a:latin typeface="Arial" panose="020B0604020202020204" pitchFamily="34" charset="0"/>
                <a:ea typeface="-apple-system"/>
                <a:cs typeface="Arial" panose="020B0604020202020204" pitchFamily="34" charset="0"/>
              </a:rPr>
              <a:t>The goal of ClassQuest is to give you everything you need in one place:</a:t>
            </a:r>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r>
              <a:rPr lang="en-US" altLang="en-US" sz="1600" b="1" i="0">
                <a:solidFill>
                  <a:schemeClr val="tx1"/>
                </a:solidFill>
                <a:latin typeface="Arial" panose="020B0604020202020204" pitchFamily="34" charset="0"/>
                <a:ea typeface="-apple-system"/>
                <a:cs typeface="Arial" panose="020B0604020202020204" pitchFamily="34" charset="0"/>
              </a:rPr>
              <a:t>- Study Planning: You can create a clear schedule so you always know what to study next and never fall behind.</a:t>
            </a:r>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r>
              <a:rPr lang="en-US" altLang="en-US" sz="1600" b="1" i="0">
                <a:solidFill>
                  <a:schemeClr val="tx1"/>
                </a:solidFill>
                <a:latin typeface="Arial" panose="020B0604020202020204" pitchFamily="34" charset="0"/>
                <a:ea typeface="-apple-system"/>
                <a:cs typeface="Arial" panose="020B0604020202020204" pitchFamily="34" charset="0"/>
              </a:rPr>
              <a:t>- Homework Help: It provides tools to help you manage your assignments and finish your work more quickly.</a:t>
            </a:r>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endParaRPr lang="en-US" altLang="en-US" sz="1600" b="1" i="0">
              <a:solidFill>
                <a:schemeClr val="tx1"/>
              </a:solidFill>
              <a:latin typeface="Arial" panose="020B0604020202020204" pitchFamily="34" charset="0"/>
              <a:ea typeface="-apple-system"/>
              <a:cs typeface="Arial" panose="020B0604020202020204" pitchFamily="34" charset="0"/>
            </a:endParaRPr>
          </a:p>
          <a:p>
            <a:pPr marL="0" indent="0"/>
            <a:r>
              <a:rPr lang="en-US" altLang="en-US" sz="1600" b="1" i="0">
                <a:solidFill>
                  <a:schemeClr val="tx1"/>
                </a:solidFill>
                <a:latin typeface="Arial" panose="020B0604020202020204" pitchFamily="34" charset="0"/>
                <a:ea typeface="-apple-system"/>
                <a:cs typeface="Arial" panose="020B0604020202020204" pitchFamily="34" charset="0"/>
              </a:rPr>
              <a:t>- Practice Tests: You can take quizzes made specifically for each subject to see how much you’ve learned before the real exam.</a:t>
            </a:r>
            <a:endParaRPr lang="en-US" altLang="en-US" sz="1600" b="1" i="0">
              <a:solidFill>
                <a:schemeClr val="tx1"/>
              </a:solidFill>
              <a:latin typeface="Arial" panose="020B0604020202020204" pitchFamily="34" charset="0"/>
              <a:ea typeface="-apple-system"/>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8"/>
          <p:cNvSpPr txBox="1"/>
          <p:nvPr/>
        </p:nvSpPr>
        <p:spPr>
          <a:xfrm>
            <a:off x="675005" y="1301115"/>
            <a:ext cx="7679690" cy="922020"/>
          </a:xfrm>
          <a:prstGeom prst="rect">
            <a:avLst/>
          </a:prstGeom>
          <a:noFill/>
        </p:spPr>
        <p:txBody>
          <a:bodyPr wrap="square" rtlCol="0">
            <a:spAutoFit/>
          </a:bodyPr>
          <a:p>
            <a:r>
              <a:rPr lang="en-US" altLang="en-US" sz="1800" b="1">
                <a:solidFill>
                  <a:schemeClr val="tx1"/>
                </a:solidFill>
              </a:rPr>
              <a:t>Week 1</a:t>
            </a:r>
            <a:endParaRPr lang="en-US" altLang="en-US" sz="1800" b="1">
              <a:solidFill>
                <a:schemeClr val="tx1"/>
              </a:solidFill>
            </a:endParaRPr>
          </a:p>
          <a:p>
            <a:r>
              <a:rPr lang="en-US" altLang="en-US" sz="1800" b="1">
                <a:solidFill>
                  <a:schemeClr val="tx1"/>
                </a:solidFill>
              </a:rPr>
              <a:t>Assigning roles, brainstorming and sharing ideas for what we want as the final product, rough draft of our code.</a:t>
            </a:r>
            <a:endParaRPr lang="en-US" altLang="en-US" sz="1800" b="1">
              <a:solidFill>
                <a:schemeClr val="tx1"/>
              </a:solidFill>
            </a:endParaRPr>
          </a:p>
        </p:txBody>
      </p:sp>
      <p:sp>
        <p:nvSpPr>
          <p:cNvPr id="10" name="Text Box 9"/>
          <p:cNvSpPr txBox="1"/>
          <p:nvPr/>
        </p:nvSpPr>
        <p:spPr>
          <a:xfrm>
            <a:off x="2676525" y="492125"/>
            <a:ext cx="3035300" cy="652145"/>
          </a:xfrm>
          <a:prstGeom prst="rect">
            <a:avLst/>
          </a:prstGeom>
        </p:spPr>
        <p:txBody>
          <a:bodyPr wrap="square">
            <a:spAutoFit/>
          </a:bodyPr>
          <a:p>
            <a:pPr defTabSz="266700">
              <a:lnSpc>
                <a:spcPct val="114000"/>
              </a:lnSpc>
              <a:spcAft>
                <a:spcPts val="1000"/>
              </a:spcAft>
            </a:pPr>
            <a:r>
              <a:rPr lang="en-US" altLang="zh-CN" sz="3200" b="1">
                <a:solidFill>
                  <a:schemeClr val="tx1"/>
                </a:solidFill>
                <a:latin typeface="Arial" panose="020B0604020202020204" pitchFamily="34" charset="0"/>
                <a:ea typeface="Calibri" panose="020F0502020204030204"/>
                <a:cs typeface="Arial" panose="020B0604020202020204" pitchFamily="34" charset="0"/>
              </a:rPr>
              <a:t>WORKFLOW</a:t>
            </a:r>
            <a:endParaRPr lang="en-US" altLang="zh-CN" sz="3200" b="1">
              <a:solidFill>
                <a:schemeClr val="tx1"/>
              </a:solidFill>
              <a:latin typeface="Arial" panose="020B0604020202020204" pitchFamily="34" charset="0"/>
              <a:ea typeface="Calibri" panose="020F0502020204030204"/>
              <a:cs typeface="Arial" panose="020B0604020202020204" pitchFamily="34" charset="0"/>
            </a:endParaRPr>
          </a:p>
        </p:txBody>
      </p:sp>
      <p:sp>
        <p:nvSpPr>
          <p:cNvPr id="20" name="Text Box 19"/>
          <p:cNvSpPr txBox="1"/>
          <p:nvPr/>
        </p:nvSpPr>
        <p:spPr>
          <a:xfrm>
            <a:off x="587375" y="2631440"/>
            <a:ext cx="6831330" cy="922020"/>
          </a:xfrm>
          <a:prstGeom prst="rect">
            <a:avLst/>
          </a:prstGeom>
          <a:noFill/>
        </p:spPr>
        <p:txBody>
          <a:bodyPr wrap="square" rtlCol="0" anchor="t">
            <a:spAutoFit/>
          </a:bodyPr>
          <a:p>
            <a:r>
              <a:rPr lang="en-US" altLang="en-US" sz="1800" b="1">
                <a:solidFill>
                  <a:schemeClr val="tx1"/>
                </a:solidFill>
                <a:sym typeface="+mn-ea"/>
              </a:rPr>
              <a:t>Week 2</a:t>
            </a:r>
            <a:endParaRPr lang="en-US" altLang="en-US" sz="1800" b="1">
              <a:solidFill>
                <a:schemeClr val="tx1"/>
              </a:solidFill>
              <a:sym typeface="+mn-ea"/>
            </a:endParaRPr>
          </a:p>
          <a:p>
            <a:r>
              <a:rPr lang="en-US" altLang="en-US" sz="1800" b="1">
                <a:solidFill>
                  <a:schemeClr val="tx1"/>
                </a:solidFill>
                <a:sym typeface="+mn-ea"/>
              </a:rPr>
              <a:t>Developing the base code of the program, a lot of experimenting with the features of C++.</a:t>
            </a:r>
            <a:endParaRPr lang="en-US" altLang="en-US" sz="1800" b="1">
              <a:solidFill>
                <a:schemeClr val="tx1"/>
              </a:solidFill>
              <a:sym typeface="+mn-ea"/>
            </a:endParaRPr>
          </a:p>
        </p:txBody>
      </p:sp>
      <p:sp>
        <p:nvSpPr>
          <p:cNvPr id="21" name="Text Box 20"/>
          <p:cNvSpPr txBox="1"/>
          <p:nvPr/>
        </p:nvSpPr>
        <p:spPr>
          <a:xfrm>
            <a:off x="587375" y="3850005"/>
            <a:ext cx="7969250" cy="705485"/>
          </a:xfrm>
          <a:prstGeom prst="rect">
            <a:avLst/>
          </a:prstGeom>
          <a:noFill/>
        </p:spPr>
        <p:txBody>
          <a:bodyPr wrap="square" rtlCol="0" anchor="t">
            <a:noAutofit/>
          </a:bodyPr>
          <a:p>
            <a:r>
              <a:rPr lang="en-US" altLang="en-US" sz="1800" b="1">
                <a:solidFill>
                  <a:schemeClr val="tx1"/>
                </a:solidFill>
                <a:sym typeface="+mn-ea"/>
              </a:rPr>
              <a:t>Week 3</a:t>
            </a:r>
            <a:endParaRPr lang="en-US" altLang="en-US" sz="1800" b="1">
              <a:solidFill>
                <a:schemeClr val="tx1"/>
              </a:solidFill>
              <a:sym typeface="+mn-ea"/>
            </a:endParaRPr>
          </a:p>
          <a:p>
            <a:r>
              <a:rPr lang="en-US" altLang="en-US" sz="1800" b="1">
                <a:solidFill>
                  <a:schemeClr val="tx1"/>
                </a:solidFill>
              </a:rPr>
              <a:t>Adding final touch-ups and documenting the project.</a:t>
            </a:r>
            <a:endParaRPr lang="en-US" altLang="en-US" sz="1800" b="1">
              <a:solidFill>
                <a:schemeClr val="tx1"/>
              </a:solidFill>
            </a:endParaRPr>
          </a:p>
          <a:p>
            <a:endParaRPr lang="en-US" altLang="en-US" sz="1800" b="1">
              <a:solidFill>
                <a:schemeClr val="tx1"/>
              </a:solidFill>
            </a:endParaRPr>
          </a:p>
          <a:p>
            <a:endParaRPr lang="en-US" altLang="en-US" sz="1800" b="1">
              <a:solidFill>
                <a:schemeClr val="tx1"/>
              </a:solidFill>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6"/>
          <p:cNvSpPr txBox="1"/>
          <p:nvPr/>
        </p:nvSpPr>
        <p:spPr>
          <a:xfrm>
            <a:off x="1177290" y="317500"/>
            <a:ext cx="6894830" cy="521970"/>
          </a:xfrm>
          <a:prstGeom prst="rect">
            <a:avLst/>
          </a:prstGeom>
          <a:noFill/>
        </p:spPr>
        <p:txBody>
          <a:bodyPr wrap="square" rtlCol="0" anchor="t">
            <a:spAutoFit/>
          </a:bodyPr>
          <a:p>
            <a:pPr marL="0" indent="0" algn="l" rtl="0">
              <a:spcBef>
                <a:spcPts val="0"/>
              </a:spcBef>
              <a:spcAft>
                <a:spcPts val="0"/>
              </a:spcAft>
              <a:buNone/>
            </a:pPr>
            <a:r>
              <a:rPr lang="en-US" altLang="en-US" sz="2800" b="1">
                <a:solidFill>
                  <a:schemeClr val="tx1"/>
                </a:solidFill>
                <a:latin typeface="+mn-lt"/>
                <a:cs typeface="+mn-lt"/>
                <a:sym typeface="+mn-ea"/>
              </a:rPr>
              <a:t>PROGRAMS AND LANGUAGES USED </a:t>
            </a:r>
            <a:endParaRPr lang="en-US" altLang="en-US" sz="2800" b="1">
              <a:solidFill>
                <a:schemeClr val="tx1"/>
              </a:solidFill>
              <a:latin typeface="+mn-lt"/>
              <a:cs typeface="+mn-lt"/>
              <a:sym typeface="+mn-ea"/>
            </a:endParaRPr>
          </a:p>
        </p:txBody>
      </p:sp>
      <p:pic>
        <p:nvPicPr>
          <p:cNvPr id="8" name="Picture 7"/>
          <p:cNvPicPr>
            <a:picLocks noChangeAspect="1"/>
          </p:cNvPicPr>
          <p:nvPr/>
        </p:nvPicPr>
        <p:blipFill>
          <a:blip r:embed="rId1"/>
          <a:srcRect/>
          <a:stretch>
            <a:fillRect/>
          </a:stretch>
        </p:blipFill>
        <p:spPr>
          <a:xfrm>
            <a:off x="382905" y="1172210"/>
            <a:ext cx="1563370" cy="1556385"/>
          </a:xfrm>
          <a:prstGeom prst="rect">
            <a:avLst/>
          </a:prstGeom>
        </p:spPr>
      </p:pic>
      <p:pic>
        <p:nvPicPr>
          <p:cNvPr id="11" name="Picture 10"/>
          <p:cNvPicPr>
            <a:picLocks noChangeAspect="1"/>
          </p:cNvPicPr>
          <p:nvPr/>
        </p:nvPicPr>
        <p:blipFill>
          <a:blip r:embed="rId2"/>
          <a:srcRect/>
          <a:stretch>
            <a:fillRect/>
          </a:stretch>
        </p:blipFill>
        <p:spPr>
          <a:xfrm>
            <a:off x="3649345" y="2769870"/>
            <a:ext cx="1951355" cy="1951355"/>
          </a:xfrm>
          <a:prstGeom prst="rect">
            <a:avLst/>
          </a:prstGeom>
        </p:spPr>
      </p:pic>
      <p:pic>
        <p:nvPicPr>
          <p:cNvPr id="13" name="Picture 12"/>
          <p:cNvPicPr>
            <a:picLocks noChangeAspect="1"/>
          </p:cNvPicPr>
          <p:nvPr/>
        </p:nvPicPr>
        <p:blipFill>
          <a:blip r:embed="rId3"/>
          <a:srcRect/>
          <a:stretch>
            <a:fillRect/>
          </a:stretch>
        </p:blipFill>
        <p:spPr>
          <a:xfrm>
            <a:off x="2494915" y="842010"/>
            <a:ext cx="2134235" cy="2134235"/>
          </a:xfrm>
          <a:prstGeom prst="rect">
            <a:avLst/>
          </a:prstGeom>
        </p:spPr>
      </p:pic>
      <p:pic>
        <p:nvPicPr>
          <p:cNvPr id="16" name="Picture 15"/>
          <p:cNvPicPr>
            <a:picLocks noChangeAspect="1"/>
          </p:cNvPicPr>
          <p:nvPr/>
        </p:nvPicPr>
        <p:blipFill>
          <a:blip r:embed="rId4"/>
          <a:srcRect/>
          <a:stretch>
            <a:fillRect/>
          </a:stretch>
        </p:blipFill>
        <p:spPr>
          <a:xfrm>
            <a:off x="13106401" y="1485900"/>
            <a:ext cx="4495800" cy="4495800"/>
          </a:xfrm>
          <a:prstGeom prst="rect">
            <a:avLst/>
          </a:prstGeom>
        </p:spPr>
      </p:pic>
      <p:pic>
        <p:nvPicPr>
          <p:cNvPr id="9" name="Picture 8"/>
          <p:cNvPicPr>
            <a:picLocks noChangeAspect="1"/>
          </p:cNvPicPr>
          <p:nvPr/>
        </p:nvPicPr>
        <p:blipFill>
          <a:blip r:embed="rId4"/>
          <a:srcRect/>
          <a:stretch>
            <a:fillRect/>
          </a:stretch>
        </p:blipFill>
        <p:spPr>
          <a:xfrm>
            <a:off x="13233401" y="1612900"/>
            <a:ext cx="4495800" cy="4495800"/>
          </a:xfrm>
          <a:prstGeom prst="rect">
            <a:avLst/>
          </a:prstGeom>
        </p:spPr>
      </p:pic>
      <p:pic>
        <p:nvPicPr>
          <p:cNvPr id="10" name="Picture 9"/>
          <p:cNvPicPr>
            <a:picLocks noChangeAspect="1"/>
          </p:cNvPicPr>
          <p:nvPr/>
        </p:nvPicPr>
        <p:blipFill>
          <a:blip r:embed="rId4"/>
          <a:srcRect/>
          <a:stretch>
            <a:fillRect/>
          </a:stretch>
        </p:blipFill>
        <p:spPr>
          <a:xfrm>
            <a:off x="13360401" y="1739900"/>
            <a:ext cx="4495800" cy="4495800"/>
          </a:xfrm>
          <a:prstGeom prst="rect">
            <a:avLst/>
          </a:prstGeom>
        </p:spPr>
      </p:pic>
      <p:pic>
        <p:nvPicPr>
          <p:cNvPr id="12" name="Picture 11"/>
          <p:cNvPicPr>
            <a:picLocks noChangeAspect="1"/>
          </p:cNvPicPr>
          <p:nvPr/>
        </p:nvPicPr>
        <p:blipFill>
          <a:blip r:embed="rId4"/>
          <a:srcRect/>
          <a:stretch>
            <a:fillRect/>
          </a:stretch>
        </p:blipFill>
        <p:spPr>
          <a:xfrm>
            <a:off x="13487401" y="1866900"/>
            <a:ext cx="4495800" cy="4495800"/>
          </a:xfrm>
          <a:prstGeom prst="rect">
            <a:avLst/>
          </a:prstGeom>
        </p:spPr>
      </p:pic>
      <p:pic>
        <p:nvPicPr>
          <p:cNvPr id="14" name="Picture 13"/>
          <p:cNvPicPr>
            <a:picLocks noChangeAspect="1"/>
          </p:cNvPicPr>
          <p:nvPr/>
        </p:nvPicPr>
        <p:blipFill>
          <a:blip r:embed="rId4"/>
          <a:srcRect/>
          <a:stretch>
            <a:fillRect/>
          </a:stretch>
        </p:blipFill>
        <p:spPr>
          <a:xfrm>
            <a:off x="13614401" y="1993900"/>
            <a:ext cx="4495800" cy="4495800"/>
          </a:xfrm>
          <a:prstGeom prst="rect">
            <a:avLst/>
          </a:prstGeom>
        </p:spPr>
      </p:pic>
      <p:pic>
        <p:nvPicPr>
          <p:cNvPr id="15" name="Picture 14"/>
          <p:cNvPicPr>
            <a:picLocks noChangeAspect="1"/>
          </p:cNvPicPr>
          <p:nvPr/>
        </p:nvPicPr>
        <p:blipFill>
          <a:blip r:embed="rId4"/>
          <a:srcRect/>
          <a:stretch>
            <a:fillRect/>
          </a:stretch>
        </p:blipFill>
        <p:spPr>
          <a:xfrm>
            <a:off x="13741401" y="2120900"/>
            <a:ext cx="4495800" cy="4495800"/>
          </a:xfrm>
          <a:prstGeom prst="rect">
            <a:avLst/>
          </a:prstGeom>
        </p:spPr>
      </p:pic>
      <p:pic>
        <p:nvPicPr>
          <p:cNvPr id="17" name="Picture 16"/>
          <p:cNvPicPr>
            <a:picLocks noChangeAspect="1"/>
          </p:cNvPicPr>
          <p:nvPr/>
        </p:nvPicPr>
        <p:blipFill>
          <a:blip r:embed="rId4"/>
          <a:srcRect/>
          <a:stretch>
            <a:fillRect/>
          </a:stretch>
        </p:blipFill>
        <p:spPr>
          <a:xfrm>
            <a:off x="13868401" y="2247900"/>
            <a:ext cx="4495800" cy="4495800"/>
          </a:xfrm>
          <a:prstGeom prst="rect">
            <a:avLst/>
          </a:prstGeom>
        </p:spPr>
      </p:pic>
      <p:pic>
        <p:nvPicPr>
          <p:cNvPr id="18" name="Picture 17"/>
          <p:cNvPicPr>
            <a:picLocks noChangeAspect="1"/>
          </p:cNvPicPr>
          <p:nvPr/>
        </p:nvPicPr>
        <p:blipFill>
          <a:blip r:embed="rId4"/>
          <a:srcRect/>
          <a:stretch>
            <a:fillRect/>
          </a:stretch>
        </p:blipFill>
        <p:spPr>
          <a:xfrm>
            <a:off x="13995401" y="2374900"/>
            <a:ext cx="4495800" cy="4495800"/>
          </a:xfrm>
          <a:prstGeom prst="rect">
            <a:avLst/>
          </a:prstGeom>
        </p:spPr>
      </p:pic>
      <p:pic>
        <p:nvPicPr>
          <p:cNvPr id="19" name="Picture 18"/>
          <p:cNvPicPr>
            <a:picLocks noChangeAspect="1"/>
          </p:cNvPicPr>
          <p:nvPr/>
        </p:nvPicPr>
        <p:blipFill>
          <a:blip r:embed="rId4"/>
          <a:srcRect/>
          <a:stretch>
            <a:fillRect/>
          </a:stretch>
        </p:blipFill>
        <p:spPr>
          <a:xfrm>
            <a:off x="14122401" y="2501900"/>
            <a:ext cx="4495800" cy="4495800"/>
          </a:xfrm>
          <a:prstGeom prst="rect">
            <a:avLst/>
          </a:prstGeom>
        </p:spPr>
      </p:pic>
      <p:pic>
        <p:nvPicPr>
          <p:cNvPr id="20" name="Picture 19"/>
          <p:cNvPicPr>
            <a:picLocks noChangeAspect="1"/>
          </p:cNvPicPr>
          <p:nvPr/>
        </p:nvPicPr>
        <p:blipFill>
          <a:blip r:embed="rId5"/>
          <a:srcRect/>
          <a:stretch>
            <a:fillRect/>
          </a:stretch>
        </p:blipFill>
        <p:spPr>
          <a:xfrm>
            <a:off x="11201400" y="5524500"/>
            <a:ext cx="3657600" cy="3403577"/>
          </a:xfrm>
          <a:prstGeom prst="rect">
            <a:avLst/>
          </a:prstGeom>
        </p:spPr>
      </p:pic>
      <p:pic>
        <p:nvPicPr>
          <p:cNvPr id="21" name="Picture 20"/>
          <p:cNvPicPr>
            <a:picLocks noChangeAspect="1"/>
          </p:cNvPicPr>
          <p:nvPr/>
        </p:nvPicPr>
        <p:blipFill>
          <a:blip r:embed="rId5"/>
          <a:srcRect/>
          <a:stretch>
            <a:fillRect/>
          </a:stretch>
        </p:blipFill>
        <p:spPr>
          <a:xfrm>
            <a:off x="11328400" y="5651500"/>
            <a:ext cx="3657600" cy="3403577"/>
          </a:xfrm>
          <a:prstGeom prst="rect">
            <a:avLst/>
          </a:prstGeom>
        </p:spPr>
      </p:pic>
      <p:pic>
        <p:nvPicPr>
          <p:cNvPr id="22" name="Picture 21"/>
          <p:cNvPicPr>
            <a:picLocks noChangeAspect="1"/>
          </p:cNvPicPr>
          <p:nvPr/>
        </p:nvPicPr>
        <p:blipFill>
          <a:blip r:embed="rId5"/>
          <a:srcRect/>
          <a:stretch>
            <a:fillRect/>
          </a:stretch>
        </p:blipFill>
        <p:spPr>
          <a:xfrm>
            <a:off x="11455400" y="5778500"/>
            <a:ext cx="3657600" cy="3403577"/>
          </a:xfrm>
          <a:prstGeom prst="rect">
            <a:avLst/>
          </a:prstGeom>
        </p:spPr>
      </p:pic>
      <p:pic>
        <p:nvPicPr>
          <p:cNvPr id="24" name="Picture 23"/>
          <p:cNvPicPr>
            <a:picLocks noChangeAspect="1"/>
          </p:cNvPicPr>
          <p:nvPr/>
        </p:nvPicPr>
        <p:blipFill>
          <a:blip r:embed="rId5"/>
          <a:srcRect/>
          <a:stretch>
            <a:fillRect/>
          </a:stretch>
        </p:blipFill>
        <p:spPr>
          <a:xfrm>
            <a:off x="11582400" y="5905500"/>
            <a:ext cx="3657600" cy="3403577"/>
          </a:xfrm>
          <a:prstGeom prst="rect">
            <a:avLst/>
          </a:prstGeom>
        </p:spPr>
      </p:pic>
      <p:pic>
        <p:nvPicPr>
          <p:cNvPr id="25" name="Picture 24"/>
          <p:cNvPicPr>
            <a:picLocks noChangeAspect="1"/>
          </p:cNvPicPr>
          <p:nvPr/>
        </p:nvPicPr>
        <p:blipFill>
          <a:blip r:embed="rId5"/>
          <a:srcRect/>
          <a:stretch>
            <a:fillRect/>
          </a:stretch>
        </p:blipFill>
        <p:spPr>
          <a:xfrm>
            <a:off x="11709400" y="6032500"/>
            <a:ext cx="3657600" cy="3403577"/>
          </a:xfrm>
          <a:prstGeom prst="rect">
            <a:avLst/>
          </a:prstGeom>
        </p:spPr>
      </p:pic>
      <p:pic>
        <p:nvPicPr>
          <p:cNvPr id="26" name="Picture 25"/>
          <p:cNvPicPr>
            <a:picLocks noChangeAspect="1"/>
          </p:cNvPicPr>
          <p:nvPr/>
        </p:nvPicPr>
        <p:blipFill>
          <a:blip r:embed="rId5"/>
          <a:srcRect/>
          <a:stretch>
            <a:fillRect/>
          </a:stretch>
        </p:blipFill>
        <p:spPr>
          <a:xfrm>
            <a:off x="11836400" y="6159500"/>
            <a:ext cx="3657600" cy="3403577"/>
          </a:xfrm>
          <a:prstGeom prst="rect">
            <a:avLst/>
          </a:prstGeom>
        </p:spPr>
      </p:pic>
      <p:pic>
        <p:nvPicPr>
          <p:cNvPr id="27" name="Picture 26"/>
          <p:cNvPicPr>
            <a:picLocks noChangeAspect="1"/>
          </p:cNvPicPr>
          <p:nvPr/>
        </p:nvPicPr>
        <p:blipFill>
          <a:blip r:embed="rId5"/>
          <a:srcRect/>
          <a:stretch>
            <a:fillRect/>
          </a:stretch>
        </p:blipFill>
        <p:spPr>
          <a:xfrm>
            <a:off x="11963400" y="6286500"/>
            <a:ext cx="3657600" cy="3403577"/>
          </a:xfrm>
          <a:prstGeom prst="rect">
            <a:avLst/>
          </a:prstGeom>
        </p:spPr>
      </p:pic>
      <p:pic>
        <p:nvPicPr>
          <p:cNvPr id="28" name="Picture 27"/>
          <p:cNvPicPr>
            <a:picLocks noChangeAspect="1"/>
          </p:cNvPicPr>
          <p:nvPr/>
        </p:nvPicPr>
        <p:blipFill>
          <a:blip r:embed="rId5"/>
          <a:srcRect/>
          <a:stretch>
            <a:fillRect/>
          </a:stretch>
        </p:blipFill>
        <p:spPr>
          <a:xfrm>
            <a:off x="12090400" y="6413500"/>
            <a:ext cx="3657600" cy="3403577"/>
          </a:xfrm>
          <a:prstGeom prst="rect">
            <a:avLst/>
          </a:prstGeom>
        </p:spPr>
      </p:pic>
      <p:pic>
        <p:nvPicPr>
          <p:cNvPr id="31" name="Picture 30"/>
          <p:cNvPicPr>
            <a:picLocks noChangeAspect="1"/>
          </p:cNvPicPr>
          <p:nvPr/>
        </p:nvPicPr>
        <p:blipFill>
          <a:blip r:embed="rId4"/>
          <a:srcRect/>
          <a:stretch>
            <a:fillRect/>
          </a:stretch>
        </p:blipFill>
        <p:spPr>
          <a:xfrm>
            <a:off x="4523740" y="917575"/>
            <a:ext cx="1966595" cy="1966595"/>
          </a:xfrm>
          <a:prstGeom prst="rect">
            <a:avLst/>
          </a:prstGeom>
        </p:spPr>
      </p:pic>
      <p:pic>
        <p:nvPicPr>
          <p:cNvPr id="32" name="Picture 31"/>
          <p:cNvPicPr>
            <a:picLocks noChangeAspect="1"/>
          </p:cNvPicPr>
          <p:nvPr/>
        </p:nvPicPr>
        <p:blipFill>
          <a:blip r:embed="rId5"/>
          <a:srcRect/>
          <a:stretch>
            <a:fillRect/>
          </a:stretch>
        </p:blipFill>
        <p:spPr>
          <a:xfrm>
            <a:off x="11277600" y="5524500"/>
            <a:ext cx="3657600" cy="3403577"/>
          </a:xfrm>
          <a:prstGeom prst="rect">
            <a:avLst/>
          </a:prstGeom>
        </p:spPr>
      </p:pic>
      <p:pic>
        <p:nvPicPr>
          <p:cNvPr id="33" name="Picture 32"/>
          <p:cNvPicPr>
            <a:picLocks noChangeAspect="1"/>
          </p:cNvPicPr>
          <p:nvPr/>
        </p:nvPicPr>
        <p:blipFill>
          <a:blip r:embed="rId5"/>
          <a:srcRect/>
          <a:stretch>
            <a:fillRect/>
          </a:stretch>
        </p:blipFill>
        <p:spPr>
          <a:xfrm>
            <a:off x="11404600" y="5651500"/>
            <a:ext cx="3657600" cy="3403577"/>
          </a:xfrm>
          <a:prstGeom prst="rect">
            <a:avLst/>
          </a:prstGeom>
        </p:spPr>
      </p:pic>
      <p:pic>
        <p:nvPicPr>
          <p:cNvPr id="34" name="Picture 33"/>
          <p:cNvPicPr>
            <a:picLocks noChangeAspect="1"/>
          </p:cNvPicPr>
          <p:nvPr/>
        </p:nvPicPr>
        <p:blipFill>
          <a:blip r:embed="rId5"/>
          <a:srcRect/>
          <a:stretch>
            <a:fillRect/>
          </a:stretch>
        </p:blipFill>
        <p:spPr>
          <a:xfrm>
            <a:off x="11531600" y="5778500"/>
            <a:ext cx="3657600" cy="3403577"/>
          </a:xfrm>
          <a:prstGeom prst="rect">
            <a:avLst/>
          </a:prstGeom>
        </p:spPr>
      </p:pic>
      <p:pic>
        <p:nvPicPr>
          <p:cNvPr id="35" name="Picture 34"/>
          <p:cNvPicPr>
            <a:picLocks noChangeAspect="1"/>
          </p:cNvPicPr>
          <p:nvPr/>
        </p:nvPicPr>
        <p:blipFill>
          <a:blip r:embed="rId5"/>
          <a:srcRect/>
          <a:stretch>
            <a:fillRect/>
          </a:stretch>
        </p:blipFill>
        <p:spPr>
          <a:xfrm>
            <a:off x="11658600" y="5905500"/>
            <a:ext cx="3657600" cy="3403577"/>
          </a:xfrm>
          <a:prstGeom prst="rect">
            <a:avLst/>
          </a:prstGeom>
        </p:spPr>
      </p:pic>
      <p:pic>
        <p:nvPicPr>
          <p:cNvPr id="36" name="Picture 35"/>
          <p:cNvPicPr>
            <a:picLocks noChangeAspect="1"/>
          </p:cNvPicPr>
          <p:nvPr/>
        </p:nvPicPr>
        <p:blipFill>
          <a:blip r:embed="rId5"/>
          <a:srcRect/>
          <a:stretch>
            <a:fillRect/>
          </a:stretch>
        </p:blipFill>
        <p:spPr>
          <a:xfrm>
            <a:off x="11785600" y="6032500"/>
            <a:ext cx="3657600" cy="3403577"/>
          </a:xfrm>
          <a:prstGeom prst="rect">
            <a:avLst/>
          </a:prstGeom>
        </p:spPr>
      </p:pic>
      <p:pic>
        <p:nvPicPr>
          <p:cNvPr id="37" name="Picture 36"/>
          <p:cNvPicPr>
            <a:picLocks noChangeAspect="1"/>
          </p:cNvPicPr>
          <p:nvPr/>
        </p:nvPicPr>
        <p:blipFill>
          <a:blip r:embed="rId5"/>
          <a:srcRect/>
          <a:stretch>
            <a:fillRect/>
          </a:stretch>
        </p:blipFill>
        <p:spPr>
          <a:xfrm>
            <a:off x="11912600" y="6159500"/>
            <a:ext cx="3657600" cy="3403577"/>
          </a:xfrm>
          <a:prstGeom prst="rect">
            <a:avLst/>
          </a:prstGeom>
        </p:spPr>
      </p:pic>
      <p:pic>
        <p:nvPicPr>
          <p:cNvPr id="38" name="Picture 37"/>
          <p:cNvPicPr>
            <a:picLocks noChangeAspect="1"/>
          </p:cNvPicPr>
          <p:nvPr/>
        </p:nvPicPr>
        <p:blipFill>
          <a:blip r:embed="rId5"/>
          <a:srcRect/>
          <a:stretch>
            <a:fillRect/>
          </a:stretch>
        </p:blipFill>
        <p:spPr>
          <a:xfrm>
            <a:off x="12039600" y="6286500"/>
            <a:ext cx="3657600" cy="3403577"/>
          </a:xfrm>
          <a:prstGeom prst="rect">
            <a:avLst/>
          </a:prstGeom>
        </p:spPr>
      </p:pic>
      <p:pic>
        <p:nvPicPr>
          <p:cNvPr id="39" name="Picture 38"/>
          <p:cNvPicPr>
            <a:picLocks noChangeAspect="1"/>
          </p:cNvPicPr>
          <p:nvPr/>
        </p:nvPicPr>
        <p:blipFill>
          <a:blip r:embed="rId5"/>
          <a:srcRect/>
          <a:stretch>
            <a:fillRect/>
          </a:stretch>
        </p:blipFill>
        <p:spPr>
          <a:xfrm>
            <a:off x="12166600" y="6413500"/>
            <a:ext cx="3657600" cy="3403577"/>
          </a:xfrm>
          <a:prstGeom prst="rect">
            <a:avLst/>
          </a:prstGeom>
        </p:spPr>
      </p:pic>
      <p:pic>
        <p:nvPicPr>
          <p:cNvPr id="40" name="Picture 39"/>
          <p:cNvPicPr>
            <a:picLocks noChangeAspect="1"/>
          </p:cNvPicPr>
          <p:nvPr/>
        </p:nvPicPr>
        <p:blipFill>
          <a:blip r:embed="rId5"/>
          <a:srcRect/>
          <a:stretch>
            <a:fillRect/>
          </a:stretch>
        </p:blipFill>
        <p:spPr>
          <a:xfrm>
            <a:off x="12293600" y="6540500"/>
            <a:ext cx="3657600" cy="3403577"/>
          </a:xfrm>
          <a:prstGeom prst="rect">
            <a:avLst/>
          </a:prstGeom>
        </p:spPr>
      </p:pic>
      <p:pic>
        <p:nvPicPr>
          <p:cNvPr id="41" name="Picture 40"/>
          <p:cNvPicPr>
            <a:picLocks noChangeAspect="1"/>
          </p:cNvPicPr>
          <p:nvPr/>
        </p:nvPicPr>
        <p:blipFill>
          <a:blip r:embed="rId5"/>
          <a:srcRect/>
          <a:stretch>
            <a:fillRect/>
          </a:stretch>
        </p:blipFill>
        <p:spPr>
          <a:xfrm>
            <a:off x="12420600" y="6667500"/>
            <a:ext cx="3657600" cy="3403577"/>
          </a:xfrm>
          <a:prstGeom prst="rect">
            <a:avLst/>
          </a:prstGeom>
        </p:spPr>
      </p:pic>
      <p:pic>
        <p:nvPicPr>
          <p:cNvPr id="42" name="Picture 41"/>
          <p:cNvPicPr>
            <a:picLocks noChangeAspect="1"/>
          </p:cNvPicPr>
          <p:nvPr/>
        </p:nvPicPr>
        <p:blipFill>
          <a:blip r:embed="rId5"/>
          <a:srcRect/>
          <a:stretch>
            <a:fillRect/>
          </a:stretch>
        </p:blipFill>
        <p:spPr>
          <a:xfrm>
            <a:off x="12547600" y="6794500"/>
            <a:ext cx="3657600" cy="3403577"/>
          </a:xfrm>
          <a:prstGeom prst="rect">
            <a:avLst/>
          </a:prstGeom>
        </p:spPr>
      </p:pic>
      <p:pic>
        <p:nvPicPr>
          <p:cNvPr id="43" name="Picture 42"/>
          <p:cNvPicPr>
            <a:picLocks noChangeAspect="1"/>
          </p:cNvPicPr>
          <p:nvPr/>
        </p:nvPicPr>
        <p:blipFill>
          <a:blip r:embed="rId5"/>
          <a:srcRect/>
          <a:stretch>
            <a:fillRect/>
          </a:stretch>
        </p:blipFill>
        <p:spPr>
          <a:xfrm>
            <a:off x="12674600" y="6921500"/>
            <a:ext cx="3657600" cy="3403577"/>
          </a:xfrm>
          <a:prstGeom prst="rect">
            <a:avLst/>
          </a:prstGeom>
        </p:spPr>
      </p:pic>
      <p:pic>
        <p:nvPicPr>
          <p:cNvPr id="44" name="Picture 43"/>
          <p:cNvPicPr>
            <a:picLocks noChangeAspect="1"/>
          </p:cNvPicPr>
          <p:nvPr/>
        </p:nvPicPr>
        <p:blipFill>
          <a:blip r:embed="rId6"/>
          <a:stretch>
            <a:fillRect/>
          </a:stretch>
        </p:blipFill>
        <p:spPr>
          <a:xfrm>
            <a:off x="6933565" y="1093470"/>
            <a:ext cx="1502410" cy="1399540"/>
          </a:xfrm>
          <a:prstGeom prst="rect">
            <a:avLst/>
          </a:prstGeom>
        </p:spPr>
      </p:pic>
      <p:pic>
        <p:nvPicPr>
          <p:cNvPr id="45" name="Picture 11" descr="File:Git icon.svg - Wikimedia Commons"/>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a:xfrm>
            <a:off x="1005205" y="2769870"/>
            <a:ext cx="1928495" cy="1928495"/>
          </a:xfrm>
          <a:prstGeom prst="rect">
            <a:avLst/>
          </a:prstGeom>
          <a:noFill/>
          <a:ln>
            <a:noFill/>
          </a:ln>
        </p:spPr>
      </p:pic>
      <p:pic>
        <p:nvPicPr>
          <p:cNvPr id="47" name="Picture 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a:xfrm>
            <a:off x="6241415" y="2865755"/>
            <a:ext cx="1442720" cy="1676400"/>
          </a:xfrm>
          <a:prstGeom prst="rect">
            <a:avLst/>
          </a:prstGeom>
          <a:noFill/>
        </p:spPr>
      </p:pic>
    </p:spTree>
  </p:cSld>
  <p:clrMapOvr>
    <a:masterClrMapping/>
  </p:clrMapOvr>
</p:sld>
</file>

<file path=ppt/theme/theme1.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1225</Words>
  <Application>WPS Presentation</Application>
  <PresentationFormat/>
  <Paragraphs>78</Paragraphs>
  <Slides>6</Slides>
  <Notes>0</Notes>
  <HiddenSlides>0</HiddenSlides>
  <MMClips>0</MMClips>
  <ScaleCrop>false</ScaleCrop>
  <HeadingPairs>
    <vt:vector size="6" baseType="variant">
      <vt:variant>
        <vt:lpstr>已用的字体</vt:lpstr>
      </vt:variant>
      <vt:variant>
        <vt:i4>25</vt:i4>
      </vt:variant>
      <vt:variant>
        <vt:lpstr>主题</vt:lpstr>
      </vt:variant>
      <vt:variant>
        <vt:i4>2</vt:i4>
      </vt:variant>
      <vt:variant>
        <vt:lpstr>幻灯片标题</vt:lpstr>
      </vt:variant>
      <vt:variant>
        <vt:i4>6</vt:i4>
      </vt:variant>
    </vt:vector>
  </HeadingPairs>
  <TitlesOfParts>
    <vt:vector size="33" baseType="lpstr">
      <vt:lpstr>Arial</vt:lpstr>
      <vt:lpstr>SimSun</vt:lpstr>
      <vt:lpstr>Wingdings</vt:lpstr>
      <vt:lpstr>Arial</vt:lpstr>
      <vt:lpstr>Syne</vt:lpstr>
      <vt:lpstr>Segoe Print</vt:lpstr>
      <vt:lpstr>Albert Sans</vt:lpstr>
      <vt:lpstr>Syne SemiBold</vt:lpstr>
      <vt:lpstr>Nunito Light</vt:lpstr>
      <vt:lpstr>Raleway</vt:lpstr>
      <vt:lpstr>Syne Medium</vt:lpstr>
      <vt:lpstr>Open Sans</vt:lpstr>
      <vt:lpstr>Inter</vt:lpstr>
      <vt:lpstr>Microsoft YaHei</vt:lpstr>
      <vt:lpstr>Arial Unicode MS</vt:lpstr>
      <vt:lpstr>Arial Black</vt:lpstr>
      <vt:lpstr>Sitka Small</vt:lpstr>
      <vt:lpstr>Sitka Banner</vt:lpstr>
      <vt:lpstr>Sitka Small Semibold</vt:lpstr>
      <vt:lpstr>BatangChe</vt:lpstr>
      <vt:lpstr>-apple-system</vt:lpstr>
      <vt:lpstr>Segoe UI Black</vt:lpstr>
      <vt:lpstr>Calibri</vt:lpstr>
      <vt:lpstr>Arial Black</vt:lpstr>
      <vt:lpstr>Calibri Light</vt:lpstr>
      <vt:lpstr>Slidesgo Final Pages</vt:lpstr>
      <vt:lpstr>Blue Waves</vt:lpstr>
      <vt:lpstr>ClassQuest</vt:lpstr>
      <vt:lpstr>(4)</vt:lpstr>
      <vt:lpstr>PowerPoint 演示文稿</vt:lpstr>
      <vt:lpstr>PowerPoint 演示文稿</vt:lpstr>
      <vt:lpstr>Market analysis</vt:lpstr>
      <vt:lpstr>Company description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ClassQuest</dc:title>
  <dc:creator/>
  <cp:lastModifiedBy>Nikoleta George</cp:lastModifiedBy>
  <cp:revision>16</cp:revision>
  <dcterms:created xsi:type="dcterms:W3CDTF">2026-03-23T18:03:33Z</dcterms:created>
  <dcterms:modified xsi:type="dcterms:W3CDTF">2026-03-23T19:04:59Z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D53AD2ADCE714B669AA9567E14B110D2_13</vt:lpwstr>
  </property>
  <property fmtid="{D5CDD505-2E9C-101B-9397-08002B2CF9AE}" pid="3" name="KSOProductBuildVer">
    <vt:lpwstr>1033-12.2.0.23196</vt:lpwstr>
  </property>
</Properties>
</file>